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2.svg" ContentType="image/svg+xml"/>
  <Override PartName="/ppt/media/image4.svg" ContentType="image/svg+xml"/>
  <Override PartName="/ppt/media/image5.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83" r:id="rId5"/>
    <p:sldMasterId id="2147483710" r:id="rId6"/>
    <p:sldMasterId id="2147483829" r:id="rId7"/>
    <p:sldMasterId id="2147483737" r:id="rId8"/>
  </p:sldMasterIdLst>
  <p:notesMasterIdLst>
    <p:notesMasterId r:id="rId19"/>
  </p:notesMasterIdLst>
  <p:sldIdLst>
    <p:sldId id="256" r:id="rId14"/>
    <p:sldId id="257" r:id="rId15"/>
    <p:sldId id="258" r:id="rId16"/>
    <p:sldId id="259" r:id="rId17"/>
    <p:sldId id="260" r:id="rId18"/>
    <p:sldId id="261" r:id="rId13"/>
    <p:sldId id="262" r:id="rId12"/>
    <p:sldId id="263" r:id="rId11"/>
    <p:sldId id="264" r:id="rId10"/>
    <p:sldId id="265" r:id="rId9"/>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Lst>
  <p:sldSz cx="12192000" cy="6858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02"/>
    <p:restoredTop sz="94521"/>
  </p:normalViewPr>
  <p:slideViewPr>
    <p:cSldViewPr snapToGrid="0">
      <p:cViewPr varScale="1">
        <p:scale>
          <a:sx n="120" d="100"/>
          <a:sy n="120" d="100"/>
        </p:scale>
        <p:origin x="10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0.xml"/><Relationship Id="rId10" Type="http://schemas.openxmlformats.org/officeDocument/2006/relationships/slide" Target="slides/slide9.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6.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6E72DC-75C8-AC43-A722-7EFA26819908}" type="datetimeFigureOut">
              <a:rPr lang="en-FI" smtClean="0"/>
              <a:t>19.5.2026</a:t>
            </a:fld>
            <a:endParaRPr lang="en-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3F7B80-7355-8248-9568-86C5C2AD59D4}" type="slidenum">
              <a:rPr lang="en-FI" smtClean="0"/>
              <a:t>‹#›</a:t>
            </a:fld>
            <a:endParaRPr lang="en-FI"/>
          </a:p>
        </p:txBody>
      </p:sp>
    </p:spTree>
    <p:extLst>
      <p:ext uri="{BB962C8B-B14F-4D97-AF65-F5344CB8AC3E}">
        <p14:creationId xmlns:p14="http://schemas.microsoft.com/office/powerpoint/2010/main" val="1414455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this exercise each group gets an Arduino UNO R4 WiFi and a sensor. You will wire the sensor, upload a sketch, send the data over WiFi to an MQTT broker (Shiftr) and see it on a dashboard. The setup is a small model of how UGVs and UAVs move sensor data from the vehicle to an operator. Expect 15 minutes of explanation and the rest hands-on.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board is a microcontroller board. It has no operating system and no screen. It runs one program, called a sketch, which starts as soon as the board gets power. The main chip does the work. A second chip (ESP32-S3) handles WiFi and Bluetooth, which is why the R4 WiFi can join a network. The cheaper UNO R4 Minima has no WiFi, so it cannot be used for this exercise. The board uses 5 V logic, which matches the Grove sensors we use. Add a photo of the board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a photo of the board in the empty space on the left and point at each part while you go through the table. The reset button next to the USB-C port restarts the sketch; pressing it twice quickly puts the board in upload (bootloader) mode, which helps when an upload fails. Analog pins read a voltage as a number from 0 to 1023. Digital pins are either on or off. I2C is a two-wire bus where several digital sensors share the same pins.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ways to power the board in this exercise: from the computer through USB-C, or from a mains USB charger. The sketch is kept in flash memory, so the board does not forget it when the power is cut. When power returns, the sketch starts from the beginning and reconnects to WiFi and MQTT by itself. Charge-only USB cables are a common reason why the computer does not see the board: if no port appears in the IDE, try another cable. Some power banks turn themselves off when the load is small; if the board resets after a few minutes, use a charger.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 is the program where you edit sketches and upload them to the board. The first setup needs internet, because the board package and libraries are downloaded from Arduino's servers. The class WiFi must be a 2.4 GHz network with a normal password: the board cannot join 5 GHz-only networks or networks with a login page. The instructor gives out the WiFi details, the Shiftr token and your board name. The name must be unique, because two boards with the same name kick each other off the broker.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Boards Manager is the second icon in the left sidebar, Library Manager the books icon (Shift+Cmd+I on a Mac, Ctrl+Shift+I on Windows). ArduinoMqttClient is the only extra library the sensor sketches need. If you also want to show text on the LED matrix, install ArduinoGraphics. The library list is downloaded when you open Library Manager for the first time; on a slow or filtered network it can take a minute or stay empty. If it stays empty, test whether the network blocks downloads.arduino.cc, or use a phone hotspot. On a Mac the port looks like /dev/cu.usbmodem..., on Windows like COM3.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sketch has the same shape. setup() prepares things, for example opening the serial port and connecting to WiFi. loop() runs again and again; in our sketches it checks that WiFi and MQTT are still connected, reads the sensor every second or so and publishes the value. At the top of every sketch there is a block marked CHANGE THESE: WiFi name, WiFi password, token and your board name. Everything else can stay as it is until you want to experiment. Serial.println() sends text to the Serial Monitor on the computer, which is the main tool for debugging.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Arduino IDE wants every sketch inside a folder with the same name. If you open a loose file, the IDE offers to create the folder: answer OK. Upload compiles the code and sends it to the board; compile errors appear in red at the bottom. A 'No such file or directory' error means a library is missing. Set the Serial Monitor to 9600 baud. You should see 'WiFi OK' and 'MQTT connected', followed by sensor values. If the upload fails, press the reset button twice quickly, which puts the board into upload mode, and click Upload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error 'No device found on cu.usbmodem...' means the IDE cannot reach the board on the selected port. Only one program can use the port at a time, so close the Serial Monitor and stop any script that reads the serial port, such as a bridge script. Pressing the reset button twice quickly puts the board into upload (bootloader) mode: the built-in LED pulses and the board shows up under a new port name. Open Tools &gt; Port and select that new entry, then click Upload straight away. This fixed the problem in testing. Also check that the board type is UNO R4 WiFi and not Minima. If the port never appears, try another USB cable (charge-only cables have no data lines), another USB port directly on the computer (not through a hub), or unplug the board for five seconds and plug it in again. On a managed computer, security software can also block USB serial devices.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example sketches use the LED matrix as a status display, so you can see what the board is doing without a computer. At start-up all LEDs light for half a second. A blinking W means the board is trying to join the WiFi; if it never stops, check the WiFi name and password and that the network is 2.4 GHz. A steady M means it is connecting to the MQTT broker. A check mark means both connections are up, after which a small dot stays on while the board is online. Every time the sketch publishes values the dot flashes bigger for a moment. An X followed by M again means the broker refused the connection: check the token and that no other board uses the same name. An exclamation mark means a sensor problem, for example the accelerometer is not found or the ultrasonic sensor gets no echo. The infrared receiver only updates the matrix after it has finished decoding, so the matrix light does not disturb the light sensor. The ultrasonic sketch is the exception once it is running: it shows the distance in centimetres as digits, with a bar on the bottom row that grows with distance, and --- when there is no reliable reading. The Serial Monitor still prints the same information in text, including the MQTT error code.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setup the board must be taken off the computer after the upload for the WiFi connection to work properly. Move the USB-C cable to a mains charger or a power bank. The sketch starts automatically after a few seconds. Check the Shiftr page: your board should appear as a connected client with its name. If it does not appear within a minute, plug the board back into the computer and read the Serial Monitor for errors.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MQTT was designed for small devices on unreliable networks. Instead of connecting devices to each other, every device connects to one broker. A publisher sends a message to a topic; the broker delivers it to every client that has subscribed to that topic. The sender does not know who is listening, and the receiver does not know who sent it. This makes it easy to add new sensors or new users without changing anything else. Topics look like folders: class/anna/distance. Subscribers can use wildcards: + matches one level, # matches everything below. Shiftr is a cloud broker that also draws a live picture of who is connected and who talks to whom.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reading through the chain. The light sensor produces a voltage; the Arduino converts it to a number 0-1023. The sketch puts the number in a message and sends it, with the topic class/NAME/light, to the broker over WiFi. The broker looks at the topic and passes the message to every subscriber. The dashboard is just another subscriber, as is any other group's board. In our classroom setup the connection to the broker is not encrypted (port 1883); real systems use TLS and authentication.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 on the topic names before you start; they are hard to change later. Our convention is class/&lt;board name&gt;/&lt;measurement&gt;. A subscription to class/+/distance receives the distance of every board; a subscription to class/# receives everything under class. Topic names are case sensitive, so class/Anna/distance and class/anna/distance are different topics.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views. The Shiftr page shows the network: your board as a node, topics as branches and lines between publishers and subscribers. Our own dashboard is a web page that subscribes to every topic with a read-only token. It shows one tile per topic with the latest value, how long ago it arrived and a graph over time. The dashboard only records while it is open; for continuous history a small logger script can write every message into a database. Use a read-only token for the dashboard so it cannot change anything.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unmanned ground or air vehicle carries sensors that feed a central onboard computer, such as a flight controller or mission computer. The computer processes the data and sends telemetry and payload data over a datalink: a radio link, a cellular network, a satellite link or the internet. On the other side a ground control station shows the status to an operator, and the data may be stored and used elsewhere, for example for analysis, mapping or by other units.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board plays the role of the vehicle's central computer, and the sensors on the table are its payload. The accelerometer is like an IMU (it senses movement and tilt), the ultrasonic sensor like a rangefinder or proximity sensor, the light sensor like a simple optical sensor, and the infrared emitter and light sensor together form a tiny optical datalink. WiFi stands in for the radio or cellular link, and MQTT stands in for a telemetry protocol; real UxVs often use protocols such as MAVLink, but the principle is the same. The dashboard is your ground station, and other groups' boards are other vehicles in the fleet.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exercise to talk about real design questions. What happens when the link drops? Our sketches reconnect automatically, a real vehicle needs a plan for loss of link. How often should a sensor send? Faster means fresher data but more load on the link. Who may read and who may send? In the class we share one token on an unencrypted connection, which is fine for a demo and unacceptable for operational systems. When several units publish to the same system, the receiver can combine the data into a shared picture.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small steps and check each one before moving on. Step 1: a known-good sketch proves that the IDE, board, WiFi and token all work, before sensors are involved. Step 2: change the lines under CHANGE THESE; experienced participants can write their own sketch instead, using the sensor sketches as a reference. Step 3: wire the sensor with the board unplugged from power, then check the values in the Serial Monitor (cover the light sensor, tilt the accelerometer, move a hand in front of the ultrasonic sensor). Step 4: the topic should appear in Shiftr and on the dashboard. Step 5: change the topic you subscribe to, so that another group's value appears on your board. Step 6: free exploration.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sensors have a four-pin Grove connector. With a Grove-to-jumper cable the wires normally follow the standard Grove colours: black is ground (GND), red is power (VCC), yellow is the first signal pin and white is the second signal pin. For single-signal sensors (light, ultrasonic, infrared emitter) the yellow wire is the signal and the white wire is not used. For the I2C accelerometer yellow is the clock (SCL) and white is the data line (SDA). If your cables use other colours, read the pin names printed on the sensor board (SIG, VCC, GND, SCL, SDA) and connect by name, not by colour. The board has only one 5V pin, so if you connect more than one sensor, run 5V and GND to a breadboard and share them from there.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pins used in the example sketches. If you use other pins, change the pin number at the top of the sketch. Light sensor: yellow to analog pin A0; the sketch reads a value from 0 to 1023. Accelerometer: yellow (SCL) to A5 and white (SDA) to A4; the board also has SDA and SCL pins next to AREF, which are the same lines. At rest the total acceleration should read about 1 g. Ultrasonic sensor: yellow to digital pin D7; it measures roughly 3 to 350 cm. Infrared emitter: yellow to digital pin D3. The infrared message link is experimental: the light sensor is a slow photoresistor that is only weakly sensitive to infrared, so keep the emitter a few centimetres from the sensor and aim it straight at it. For that link the light sensor stays on A0 and the emitter on D3, so you need both on one board or two boards close together.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in the exercise are wiring problems: wrong pin, loose jumper wire or a sensor that is not powered. Swapping red and black can damage a sensor, so check before connecting the power. Check the Serial Monitor before you look at MQTT: if it shows wrong or constant values, the problem is on the sensor side, not in the network. A reversed or wrongly connected sensor can get warm; unplug it and ask the instructor.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Sending is the easy part: the example sketches already publish. For receiving, a sketch subscribes to a topic and a function runs every time a message arrives. The earlier class sketch shows how to do this: it subscribes to a topic called listenTo and prints or displays the value. Agree with the neighbouring group which topic to use. If nothing arrives, check the spelling of the topic and look in Shiftr to see whether the other board is online and publishing.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starting points, not tasks. The aim is to try something and see what happens. A tilt alarm combines the accelerometer with a threshold and a message to class/all. A parking sensor uses the neighbour's distance topic. The infrared link is a good competition: a few centimetres of distance and a dark corner can make the difference. Encourage groups to show each other what they found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through the list from top to bottom: first the computer and the board, then WiFi, then MQTT, then the sensor. The LED matrix shows which stage fails, and the Serial Monitor gives the details, including the MQTT error code.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is not a perfect system but a feeling for the whole chain: a physical quantity becomes a number, the number becomes a message, the message crosses a network and ends up on a screen or in another device. Understanding where such a chain can fail is the main lesson that carries over to real unmanned systems.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introduction and let the groups start. Instructors are available for wiring and network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2.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svg"/><Relationship Id="rId3" Type="http://schemas.openxmlformats.org/officeDocument/2006/relationships/image" Target="../media/image12.svg"/><Relationship Id="rId4" Type="http://schemas.openxmlformats.org/officeDocument/2006/relationships/image" Target="../media/image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svg"/><Relationship Id="rId3" Type="http://schemas.openxmlformats.org/officeDocument/2006/relationships/image" Target="../media/image12.svg"/><Relationship Id="rId4" Type="http://schemas.openxmlformats.org/officeDocument/2006/relationships/image" Target="../media/image2.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svg"/><Relationship Id="rId3" Type="http://schemas.openxmlformats.org/officeDocument/2006/relationships/image" Target="../media/image12.svg"/><Relationship Id="rId4" Type="http://schemas.openxmlformats.org/officeDocument/2006/relationships/image" Target="../media/image2.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svg"/><Relationship Id="rId3" Type="http://schemas.openxmlformats.org/officeDocument/2006/relationships/image" Target="../media/image12.svg"/><Relationship Id="rId4" Type="http://schemas.openxmlformats.org/officeDocument/2006/relationships/image" Target="../media/image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svg"/><Relationship Id="rId3" Type="http://schemas.openxmlformats.org/officeDocument/2006/relationships/image" Target="../media/image2.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svg"/><Relationship Id="rId3"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svg"/><Relationship Id="rId3" Type="http://schemas.openxmlformats.org/officeDocument/2006/relationships/image" Target="../media/image2.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svg"/><Relationship Id="rId3" Type="http://schemas.openxmlformats.org/officeDocument/2006/relationships/image" Target="../media/image2.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sv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hite – no image">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2987272-7F70-269C-3D59-A7C89EC664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93085" y="0"/>
            <a:ext cx="7798915" cy="6858000"/>
          </a:xfrm>
          <a:prstGeom prst="rect">
            <a:avLst/>
          </a:prstGeom>
        </p:spPr>
      </p:pic>
      <p:sp>
        <p:nvSpPr>
          <p:cNvPr id="2" name="Title 1">
            <a:extLst>
              <a:ext uri="{FF2B5EF4-FFF2-40B4-BE49-F238E27FC236}">
                <a16:creationId xmlns:a16="http://schemas.microsoft.com/office/drawing/2014/main" id="{183B991D-AF2F-C3B1-CC76-2B6769F84255}"/>
              </a:ext>
            </a:extLst>
          </p:cNvPr>
          <p:cNvSpPr>
            <a:spLocks noGrp="1"/>
          </p:cNvSpPr>
          <p:nvPr>
            <p:ph type="ctrTitle" hasCustomPrompt="1"/>
          </p:nvPr>
        </p:nvSpPr>
        <p:spPr>
          <a:xfrm>
            <a:off x="939114" y="1122363"/>
            <a:ext cx="8204886" cy="2387600"/>
          </a:xfrm>
        </p:spPr>
        <p:txBody>
          <a:bodyPr anchor="b"/>
          <a:lstStyle>
            <a:lvl1pPr algn="l">
              <a:defRPr sz="6000" cap="none" baseline="0">
                <a:solidFill>
                  <a:schemeClr val="tx1"/>
                </a:solidFill>
              </a:defRPr>
            </a:lvl1pPr>
          </a:lstStyle>
          <a:p>
            <a:r>
              <a:rPr lang="en-US" dirty="0"/>
              <a:t>Slide heading lorem ipsum dolor</a:t>
            </a:r>
            <a:endParaRPr lang="en-FI" dirty="0"/>
          </a:p>
        </p:txBody>
      </p:sp>
      <p:sp>
        <p:nvSpPr>
          <p:cNvPr id="3" name="Subtitle 2">
            <a:extLst>
              <a:ext uri="{FF2B5EF4-FFF2-40B4-BE49-F238E27FC236}">
                <a16:creationId xmlns:a16="http://schemas.microsoft.com/office/drawing/2014/main" id="{3B67DB8D-5405-D62E-A4F8-08FB12BF9A4A}"/>
              </a:ext>
            </a:extLst>
          </p:cNvPr>
          <p:cNvSpPr>
            <a:spLocks noGrp="1"/>
          </p:cNvSpPr>
          <p:nvPr>
            <p:ph type="subTitle" idx="1" hasCustomPrompt="1"/>
          </p:nvPr>
        </p:nvSpPr>
        <p:spPr>
          <a:xfrm>
            <a:off x="939113" y="3602038"/>
            <a:ext cx="8204885" cy="805205"/>
          </a:xfrm>
        </p:spPr>
        <p:txBody>
          <a:bodyPr>
            <a:normAutofit/>
          </a:bodyPr>
          <a:lstStyle>
            <a:lvl1pPr marL="0" indent="0" algn="l">
              <a:buNone/>
              <a:defRPr sz="3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 if needed lorem ipsum</a:t>
            </a:r>
            <a:endParaRPr lang="en-FI" dirty="0"/>
          </a:p>
        </p:txBody>
      </p:sp>
      <p:pic>
        <p:nvPicPr>
          <p:cNvPr id="11" name="Graphic 10">
            <a:extLst>
              <a:ext uri="{FF2B5EF4-FFF2-40B4-BE49-F238E27FC236}">
                <a16:creationId xmlns:a16="http://schemas.microsoft.com/office/drawing/2014/main" id="{BBBDB04B-6E7B-612F-4422-C50B9250AC0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68190" y="5735637"/>
            <a:ext cx="3176370" cy="969671"/>
          </a:xfrm>
          <a:prstGeom prst="rect">
            <a:avLst/>
          </a:prstGeom>
        </p:spPr>
      </p:pic>
      <p:sp>
        <p:nvSpPr>
          <p:cNvPr id="7" name="Text Placeholder 13">
            <a:extLst>
              <a:ext uri="{FF2B5EF4-FFF2-40B4-BE49-F238E27FC236}">
                <a16:creationId xmlns:a16="http://schemas.microsoft.com/office/drawing/2014/main" id="{14B88F4A-35D7-1C8E-D11B-9ADFD19A0F3B}"/>
              </a:ext>
            </a:extLst>
          </p:cNvPr>
          <p:cNvSpPr>
            <a:spLocks noGrp="1"/>
          </p:cNvSpPr>
          <p:nvPr>
            <p:ph type="body" sz="quarter" idx="11" hasCustomPrompt="1"/>
          </p:nvPr>
        </p:nvSpPr>
        <p:spPr>
          <a:xfrm>
            <a:off x="939113" y="4835696"/>
            <a:ext cx="3297237" cy="471488"/>
          </a:xfrm>
        </p:spPr>
        <p:txBody>
          <a:bodyPr>
            <a:noAutofit/>
          </a:bodyPr>
          <a:lstStyle>
            <a:lvl1pPr marL="0" indent="0">
              <a:buNone/>
              <a:defRPr sz="1600" b="0" i="0">
                <a:solidFill>
                  <a:schemeClr val="tx1"/>
                </a:solidFill>
                <a:latin typeface="+mj-lt"/>
              </a:defRPr>
            </a:lvl1pPr>
            <a:lvl2pPr marL="457200" indent="0">
              <a:buNone/>
              <a:defRPr sz="1600" b="0" i="0">
                <a:solidFill>
                  <a:schemeClr val="bg2"/>
                </a:solidFill>
                <a:latin typeface="PP Neue Montreal Mono Medium" pitchFamily="2" charset="77"/>
              </a:defRPr>
            </a:lvl2pPr>
            <a:lvl3pPr marL="914400" indent="0">
              <a:buNone/>
              <a:defRPr sz="1600" b="0" i="0">
                <a:solidFill>
                  <a:schemeClr val="bg2"/>
                </a:solidFill>
                <a:latin typeface="PP Neue Montreal Mono Medium" pitchFamily="2" charset="77"/>
              </a:defRPr>
            </a:lvl3pPr>
            <a:lvl4pPr marL="1371600" indent="0">
              <a:buNone/>
              <a:defRPr sz="1600" b="0" i="0">
                <a:solidFill>
                  <a:schemeClr val="bg2"/>
                </a:solidFill>
                <a:latin typeface="PP Neue Montreal Mono Medium" pitchFamily="2" charset="77"/>
              </a:defRPr>
            </a:lvl4pPr>
            <a:lvl5pPr marL="1828800" indent="0">
              <a:buNone/>
              <a:defRPr sz="1600" b="0" i="0">
                <a:solidFill>
                  <a:schemeClr val="bg2"/>
                </a:solidFill>
                <a:latin typeface="PP Neue Montreal Mono Medium" pitchFamily="2" charset="77"/>
              </a:defRPr>
            </a:lvl5pPr>
          </a:lstStyle>
          <a:p>
            <a:pPr lvl="0"/>
            <a:r>
              <a:rPr lang="en-US" dirty="0" err="1"/>
              <a:t>Firstname</a:t>
            </a:r>
            <a:r>
              <a:rPr lang="en-US" dirty="0"/>
              <a:t> Lastname</a:t>
            </a:r>
            <a:endParaRPr lang="en-FI" dirty="0"/>
          </a:p>
        </p:txBody>
      </p:sp>
      <p:pic>
        <p:nvPicPr>
          <p:cNvPr id="8" name="Graphic 7">
            <a:extLst>
              <a:ext uri="{FF2B5EF4-FFF2-40B4-BE49-F238E27FC236}">
                <a16:creationId xmlns:a16="http://schemas.microsoft.com/office/drawing/2014/main" id="{13E0ACB0-F0C1-A0CB-6034-AA6DD24F35C1}"/>
              </a:ext>
            </a:extLst>
          </p:cNvPr>
          <p:cNvPicPr>
            <a:picLocks noChangeAspect="1"/>
          </p:cNvPicPr>
          <p:nvPr userDrawn="1"/>
        </p:nvPicPr>
        <p:blipFill>
          <a:blip r:embed="rId4"/>
          <a:srcRect/>
          <a:stretch/>
        </p:blipFill>
        <p:spPr>
          <a:xfrm>
            <a:off x="11121904" y="6224103"/>
            <a:ext cx="794837" cy="237419"/>
          </a:xfrm>
          <a:prstGeom prst="rect">
            <a:avLst/>
          </a:prstGeom>
        </p:spPr>
      </p:pic>
    </p:spTree>
    <p:extLst>
      <p:ext uri="{BB962C8B-B14F-4D97-AF65-F5344CB8AC3E}">
        <p14:creationId xmlns:p14="http://schemas.microsoft.com/office/powerpoint/2010/main" val="1490503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hite + image">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792AFA4-8D5D-CA6F-1646-AA73E5A5FB43}"/>
              </a:ext>
            </a:extLst>
          </p:cNvPr>
          <p:cNvSpPr>
            <a:spLocks noGrp="1"/>
          </p:cNvSpPr>
          <p:nvPr>
            <p:ph type="pic" sz="quarter" idx="12" hasCustomPrompt="1"/>
          </p:nvPr>
        </p:nvSpPr>
        <p:spPr>
          <a:xfrm>
            <a:off x="7673979" y="0"/>
            <a:ext cx="4518021" cy="6857937"/>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accent5"/>
          </a:solidFill>
        </p:spPr>
        <p:txBody>
          <a:bodyPr wrap="square">
            <a:noAutofit/>
          </a:bodyPr>
          <a:lstStyle>
            <a:lvl1pPr marL="0" indent="0">
              <a:buNone/>
              <a:defRPr/>
            </a:lvl1pPr>
          </a:lstStyle>
          <a:p>
            <a:r>
              <a:rPr lang="en-US" dirty="0"/>
              <a:t>Image</a:t>
            </a:r>
            <a:endParaRPr lang="en-FI" dirty="0"/>
          </a:p>
        </p:txBody>
      </p:sp>
      <p:sp>
        <p:nvSpPr>
          <p:cNvPr id="2" name="Title 1">
            <a:extLst>
              <a:ext uri="{FF2B5EF4-FFF2-40B4-BE49-F238E27FC236}">
                <a16:creationId xmlns:a16="http://schemas.microsoft.com/office/drawing/2014/main" id="{183B991D-AF2F-C3B1-CC76-2B6769F84255}"/>
              </a:ext>
            </a:extLst>
          </p:cNvPr>
          <p:cNvSpPr>
            <a:spLocks noGrp="1"/>
          </p:cNvSpPr>
          <p:nvPr>
            <p:ph type="ctrTitle" hasCustomPrompt="1"/>
          </p:nvPr>
        </p:nvSpPr>
        <p:spPr>
          <a:xfrm>
            <a:off x="939114" y="1137919"/>
            <a:ext cx="6426886" cy="2372043"/>
          </a:xfrm>
        </p:spPr>
        <p:txBody>
          <a:bodyPr anchor="b"/>
          <a:lstStyle>
            <a:lvl1pPr algn="l">
              <a:defRPr sz="6000" cap="none" baseline="0">
                <a:solidFill>
                  <a:schemeClr val="tx1"/>
                </a:solidFill>
              </a:defRPr>
            </a:lvl1pPr>
          </a:lstStyle>
          <a:p>
            <a:r>
              <a:rPr lang="en-US" dirty="0"/>
              <a:t>Slide heading lorem ipsum dolor</a:t>
            </a:r>
            <a:endParaRPr lang="en-FI" dirty="0"/>
          </a:p>
        </p:txBody>
      </p:sp>
      <p:sp>
        <p:nvSpPr>
          <p:cNvPr id="3" name="Subtitle 2">
            <a:extLst>
              <a:ext uri="{FF2B5EF4-FFF2-40B4-BE49-F238E27FC236}">
                <a16:creationId xmlns:a16="http://schemas.microsoft.com/office/drawing/2014/main" id="{3B67DB8D-5405-D62E-A4F8-08FB12BF9A4A}"/>
              </a:ext>
            </a:extLst>
          </p:cNvPr>
          <p:cNvSpPr>
            <a:spLocks noGrp="1"/>
          </p:cNvSpPr>
          <p:nvPr>
            <p:ph type="subTitle" idx="1" hasCustomPrompt="1"/>
          </p:nvPr>
        </p:nvSpPr>
        <p:spPr>
          <a:xfrm>
            <a:off x="939113" y="3602038"/>
            <a:ext cx="6426886" cy="1030288"/>
          </a:xfrm>
        </p:spPr>
        <p:txBody>
          <a:bodyPr>
            <a:normAutofit/>
          </a:bodyPr>
          <a:lstStyle>
            <a:lvl1pPr marL="0" indent="0" algn="l">
              <a:buNone/>
              <a:defRPr sz="3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 if needed lorem ipsum</a:t>
            </a:r>
            <a:endParaRPr lang="en-FI" dirty="0"/>
          </a:p>
        </p:txBody>
      </p:sp>
      <p:sp>
        <p:nvSpPr>
          <p:cNvPr id="6" name="Text Placeholder 13">
            <a:extLst>
              <a:ext uri="{FF2B5EF4-FFF2-40B4-BE49-F238E27FC236}">
                <a16:creationId xmlns:a16="http://schemas.microsoft.com/office/drawing/2014/main" id="{723EC890-A380-CDBF-B3D9-650F33CD10D9}"/>
              </a:ext>
            </a:extLst>
          </p:cNvPr>
          <p:cNvSpPr>
            <a:spLocks noGrp="1"/>
          </p:cNvSpPr>
          <p:nvPr>
            <p:ph type="body" sz="quarter" idx="11" hasCustomPrompt="1"/>
          </p:nvPr>
        </p:nvSpPr>
        <p:spPr>
          <a:xfrm>
            <a:off x="939113" y="4835696"/>
            <a:ext cx="3297237" cy="471488"/>
          </a:xfrm>
        </p:spPr>
        <p:txBody>
          <a:bodyPr>
            <a:noAutofit/>
          </a:bodyPr>
          <a:lstStyle>
            <a:lvl1pPr marL="0" indent="0">
              <a:buNone/>
              <a:defRPr sz="1600" b="0" i="0">
                <a:solidFill>
                  <a:schemeClr val="tx1"/>
                </a:solidFill>
                <a:latin typeface="+mj-lt"/>
              </a:defRPr>
            </a:lvl1pPr>
            <a:lvl2pPr marL="457200" indent="0">
              <a:buNone/>
              <a:defRPr sz="1600" b="0" i="0">
                <a:solidFill>
                  <a:schemeClr val="bg2"/>
                </a:solidFill>
                <a:latin typeface="PP Neue Montreal Mono Medium" pitchFamily="2" charset="77"/>
              </a:defRPr>
            </a:lvl2pPr>
            <a:lvl3pPr marL="914400" indent="0">
              <a:buNone/>
              <a:defRPr sz="1600" b="0" i="0">
                <a:solidFill>
                  <a:schemeClr val="bg2"/>
                </a:solidFill>
                <a:latin typeface="PP Neue Montreal Mono Medium" pitchFamily="2" charset="77"/>
              </a:defRPr>
            </a:lvl3pPr>
            <a:lvl4pPr marL="1371600" indent="0">
              <a:buNone/>
              <a:defRPr sz="1600" b="0" i="0">
                <a:solidFill>
                  <a:schemeClr val="bg2"/>
                </a:solidFill>
                <a:latin typeface="PP Neue Montreal Mono Medium" pitchFamily="2" charset="77"/>
              </a:defRPr>
            </a:lvl4pPr>
            <a:lvl5pPr marL="1828800" indent="0">
              <a:buNone/>
              <a:defRPr sz="1600" b="0" i="0">
                <a:solidFill>
                  <a:schemeClr val="bg2"/>
                </a:solidFill>
                <a:latin typeface="PP Neue Montreal Mono Medium" pitchFamily="2" charset="77"/>
              </a:defRPr>
            </a:lvl5pPr>
          </a:lstStyle>
          <a:p>
            <a:pPr lvl="0"/>
            <a:r>
              <a:rPr lang="en-US" dirty="0" err="1"/>
              <a:t>Firstname</a:t>
            </a:r>
            <a:r>
              <a:rPr lang="en-US" dirty="0"/>
              <a:t> Lastname</a:t>
            </a:r>
            <a:endParaRPr lang="en-FI" dirty="0"/>
          </a:p>
        </p:txBody>
      </p:sp>
      <p:pic>
        <p:nvPicPr>
          <p:cNvPr id="7" name="Graphic 6">
            <a:extLst>
              <a:ext uri="{FF2B5EF4-FFF2-40B4-BE49-F238E27FC236}">
                <a16:creationId xmlns:a16="http://schemas.microsoft.com/office/drawing/2014/main" id="{FC29165E-E7A0-5A41-7ED9-02535A6D7B2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8190" y="5735637"/>
            <a:ext cx="3176370" cy="969671"/>
          </a:xfrm>
          <a:prstGeom prst="rect">
            <a:avLst/>
          </a:prstGeom>
        </p:spPr>
      </p:pic>
      <p:pic>
        <p:nvPicPr>
          <p:cNvPr id="8" name="Graphic 7">
            <a:extLst>
              <a:ext uri="{FF2B5EF4-FFF2-40B4-BE49-F238E27FC236}">
                <a16:creationId xmlns:a16="http://schemas.microsoft.com/office/drawing/2014/main" id="{02566C76-6610-946D-22A1-DD27084BD98B}"/>
              </a:ext>
            </a:extLst>
          </p:cNvPr>
          <p:cNvPicPr>
            <a:picLocks noChangeAspect="1"/>
          </p:cNvPicPr>
          <p:nvPr userDrawn="1"/>
        </p:nvPicPr>
        <p:blipFill>
          <a:blip r:embed="rId3"/>
          <a:srcRect/>
          <a:stretch/>
        </p:blipFill>
        <p:spPr>
          <a:xfrm>
            <a:off x="6064341" y="6233007"/>
            <a:ext cx="794837" cy="237419"/>
          </a:xfrm>
          <a:prstGeom prst="rect">
            <a:avLst/>
          </a:prstGeom>
        </p:spPr>
      </p:pic>
    </p:spTree>
    <p:extLst>
      <p:ext uri="{BB962C8B-B14F-4D97-AF65-F5344CB8AC3E}">
        <p14:creationId xmlns:p14="http://schemas.microsoft.com/office/powerpoint/2010/main" val="2034727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gray – no image">
    <p:bg>
      <p:bgPr>
        <a:solidFill>
          <a:schemeClr val="tx2"/>
        </a:solidFill>
        <a:effectLst/>
      </p:bgPr>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5D132B39-62CD-FC4C-A140-D0A94D2511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93085" y="0"/>
            <a:ext cx="7798915" cy="6858000"/>
          </a:xfrm>
          <a:prstGeom prst="rect">
            <a:avLst/>
          </a:prstGeom>
        </p:spPr>
      </p:pic>
      <p:sp>
        <p:nvSpPr>
          <p:cNvPr id="2" name="Title 1">
            <a:extLst>
              <a:ext uri="{FF2B5EF4-FFF2-40B4-BE49-F238E27FC236}">
                <a16:creationId xmlns:a16="http://schemas.microsoft.com/office/drawing/2014/main" id="{183B991D-AF2F-C3B1-CC76-2B6769F84255}"/>
              </a:ext>
            </a:extLst>
          </p:cNvPr>
          <p:cNvSpPr>
            <a:spLocks noGrp="1"/>
          </p:cNvSpPr>
          <p:nvPr>
            <p:ph type="ctrTitle" hasCustomPrompt="1"/>
          </p:nvPr>
        </p:nvSpPr>
        <p:spPr>
          <a:xfrm>
            <a:off x="939114" y="1122363"/>
            <a:ext cx="8204886" cy="2387600"/>
          </a:xfrm>
        </p:spPr>
        <p:txBody>
          <a:bodyPr anchor="b"/>
          <a:lstStyle>
            <a:lvl1pPr algn="l">
              <a:defRPr sz="6000" cap="none" baseline="0">
                <a:solidFill>
                  <a:schemeClr val="bg1"/>
                </a:solidFill>
              </a:defRPr>
            </a:lvl1pPr>
          </a:lstStyle>
          <a:p>
            <a:r>
              <a:rPr lang="en-US" dirty="0"/>
              <a:t>Slide heading lorem ipsum dolor</a:t>
            </a:r>
            <a:endParaRPr lang="en-FI" dirty="0"/>
          </a:p>
        </p:txBody>
      </p:sp>
      <p:sp>
        <p:nvSpPr>
          <p:cNvPr id="3" name="Subtitle 2">
            <a:extLst>
              <a:ext uri="{FF2B5EF4-FFF2-40B4-BE49-F238E27FC236}">
                <a16:creationId xmlns:a16="http://schemas.microsoft.com/office/drawing/2014/main" id="{3B67DB8D-5405-D62E-A4F8-08FB12BF9A4A}"/>
              </a:ext>
            </a:extLst>
          </p:cNvPr>
          <p:cNvSpPr>
            <a:spLocks noGrp="1"/>
          </p:cNvSpPr>
          <p:nvPr>
            <p:ph type="subTitle" idx="1" hasCustomPrompt="1"/>
          </p:nvPr>
        </p:nvSpPr>
        <p:spPr>
          <a:xfrm>
            <a:off x="939113" y="3602038"/>
            <a:ext cx="8204885" cy="805205"/>
          </a:xfrm>
        </p:spPr>
        <p:txBody>
          <a:bodyPr>
            <a:normAutofit/>
          </a:bodyPr>
          <a:lstStyle>
            <a:lvl1pPr marL="0" indent="0" algn="l">
              <a:buNone/>
              <a:defRPr sz="3000">
                <a:solidFill>
                  <a:schemeClr val="bg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 if needed lorem ipsum</a:t>
            </a:r>
            <a:endParaRPr lang="en-FI" dirty="0"/>
          </a:p>
        </p:txBody>
      </p:sp>
      <p:pic>
        <p:nvPicPr>
          <p:cNvPr id="11" name="Graphic 10">
            <a:extLst>
              <a:ext uri="{FF2B5EF4-FFF2-40B4-BE49-F238E27FC236}">
                <a16:creationId xmlns:a16="http://schemas.microsoft.com/office/drawing/2014/main" id="{BBBDB04B-6E7B-612F-4422-C50B9250AC0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68190" y="5735637"/>
            <a:ext cx="3176370" cy="969671"/>
          </a:xfrm>
          <a:prstGeom prst="rect">
            <a:avLst/>
          </a:prstGeom>
        </p:spPr>
      </p:pic>
      <p:sp>
        <p:nvSpPr>
          <p:cNvPr id="5" name="Text Placeholder 13">
            <a:extLst>
              <a:ext uri="{FF2B5EF4-FFF2-40B4-BE49-F238E27FC236}">
                <a16:creationId xmlns:a16="http://schemas.microsoft.com/office/drawing/2014/main" id="{9269E192-700D-9213-6C4C-932EF2D67EF0}"/>
              </a:ext>
            </a:extLst>
          </p:cNvPr>
          <p:cNvSpPr>
            <a:spLocks noGrp="1"/>
          </p:cNvSpPr>
          <p:nvPr>
            <p:ph type="body" sz="quarter" idx="11" hasCustomPrompt="1"/>
          </p:nvPr>
        </p:nvSpPr>
        <p:spPr>
          <a:xfrm>
            <a:off x="939113" y="4835696"/>
            <a:ext cx="3297237" cy="471488"/>
          </a:xfrm>
        </p:spPr>
        <p:txBody>
          <a:bodyPr>
            <a:noAutofit/>
          </a:bodyPr>
          <a:lstStyle>
            <a:lvl1pPr marL="0" indent="0">
              <a:buNone/>
              <a:defRPr sz="1600" b="0" i="0">
                <a:solidFill>
                  <a:schemeClr val="bg2"/>
                </a:solidFill>
                <a:latin typeface="+mj-lt"/>
              </a:defRPr>
            </a:lvl1pPr>
            <a:lvl2pPr marL="457200" indent="0">
              <a:buNone/>
              <a:defRPr sz="1600" b="0" i="0">
                <a:solidFill>
                  <a:schemeClr val="bg2"/>
                </a:solidFill>
                <a:latin typeface="PP Neue Montreal Mono Medium" pitchFamily="2" charset="77"/>
              </a:defRPr>
            </a:lvl2pPr>
            <a:lvl3pPr marL="914400" indent="0">
              <a:buNone/>
              <a:defRPr sz="1600" b="0" i="0">
                <a:solidFill>
                  <a:schemeClr val="bg2"/>
                </a:solidFill>
                <a:latin typeface="PP Neue Montreal Mono Medium" pitchFamily="2" charset="77"/>
              </a:defRPr>
            </a:lvl3pPr>
            <a:lvl4pPr marL="1371600" indent="0">
              <a:buNone/>
              <a:defRPr sz="1600" b="0" i="0">
                <a:solidFill>
                  <a:schemeClr val="bg2"/>
                </a:solidFill>
                <a:latin typeface="PP Neue Montreal Mono Medium" pitchFamily="2" charset="77"/>
              </a:defRPr>
            </a:lvl4pPr>
            <a:lvl5pPr marL="1828800" indent="0">
              <a:buNone/>
              <a:defRPr sz="1600" b="0" i="0">
                <a:solidFill>
                  <a:schemeClr val="bg2"/>
                </a:solidFill>
                <a:latin typeface="PP Neue Montreal Mono Medium" pitchFamily="2" charset="77"/>
              </a:defRPr>
            </a:lvl5pPr>
          </a:lstStyle>
          <a:p>
            <a:pPr lvl="0"/>
            <a:r>
              <a:rPr lang="en-US" dirty="0" err="1"/>
              <a:t>Firstname</a:t>
            </a:r>
            <a:r>
              <a:rPr lang="en-US" dirty="0"/>
              <a:t> Lastname</a:t>
            </a:r>
            <a:endParaRPr lang="en-FI" dirty="0"/>
          </a:p>
        </p:txBody>
      </p:sp>
      <p:pic>
        <p:nvPicPr>
          <p:cNvPr id="7" name="Graphic 6">
            <a:extLst>
              <a:ext uri="{FF2B5EF4-FFF2-40B4-BE49-F238E27FC236}">
                <a16:creationId xmlns:a16="http://schemas.microsoft.com/office/drawing/2014/main" id="{CDB97004-C6FA-4201-311D-6D221060DF98}"/>
              </a:ext>
            </a:extLst>
          </p:cNvPr>
          <p:cNvPicPr>
            <a:picLocks noChangeAspect="1"/>
          </p:cNvPicPr>
          <p:nvPr userDrawn="1"/>
        </p:nvPicPr>
        <p:blipFill>
          <a:blip r:embed="rId4"/>
          <a:srcRect/>
          <a:stretch/>
        </p:blipFill>
        <p:spPr>
          <a:xfrm>
            <a:off x="11114314" y="6221488"/>
            <a:ext cx="810018" cy="242648"/>
          </a:xfrm>
          <a:prstGeom prst="rect">
            <a:avLst/>
          </a:prstGeom>
        </p:spPr>
      </p:pic>
    </p:spTree>
    <p:extLst>
      <p:ext uri="{BB962C8B-B14F-4D97-AF65-F5344CB8AC3E}">
        <p14:creationId xmlns:p14="http://schemas.microsoft.com/office/powerpoint/2010/main" val="1431157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gray + imag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792AFA4-8D5D-CA6F-1646-AA73E5A5FB43}"/>
              </a:ext>
            </a:extLst>
          </p:cNvPr>
          <p:cNvSpPr>
            <a:spLocks noGrp="1"/>
          </p:cNvSpPr>
          <p:nvPr>
            <p:ph type="pic" sz="quarter" idx="12" hasCustomPrompt="1"/>
          </p:nvPr>
        </p:nvSpPr>
        <p:spPr>
          <a:xfrm>
            <a:off x="7673979" y="63"/>
            <a:ext cx="4518021" cy="6857937"/>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tx1"/>
          </a:solidFill>
        </p:spPr>
        <p:txBody>
          <a:bodyPr wrap="square">
            <a:noAutofit/>
          </a:bodyPr>
          <a:lstStyle>
            <a:lvl1pPr marL="0" indent="0">
              <a:buNone/>
              <a:defRPr/>
            </a:lvl1pPr>
          </a:lstStyle>
          <a:p>
            <a:r>
              <a:rPr lang="en-US" dirty="0"/>
              <a:t>Image</a:t>
            </a:r>
            <a:endParaRPr lang="en-FI" dirty="0"/>
          </a:p>
        </p:txBody>
      </p:sp>
      <p:sp>
        <p:nvSpPr>
          <p:cNvPr id="2" name="Title 1">
            <a:extLst>
              <a:ext uri="{FF2B5EF4-FFF2-40B4-BE49-F238E27FC236}">
                <a16:creationId xmlns:a16="http://schemas.microsoft.com/office/drawing/2014/main" id="{183B991D-AF2F-C3B1-CC76-2B6769F84255}"/>
              </a:ext>
            </a:extLst>
          </p:cNvPr>
          <p:cNvSpPr>
            <a:spLocks noGrp="1"/>
          </p:cNvSpPr>
          <p:nvPr>
            <p:ph type="ctrTitle" hasCustomPrompt="1"/>
          </p:nvPr>
        </p:nvSpPr>
        <p:spPr>
          <a:xfrm>
            <a:off x="939114" y="1137919"/>
            <a:ext cx="6426886" cy="2372043"/>
          </a:xfrm>
        </p:spPr>
        <p:txBody>
          <a:bodyPr anchor="b"/>
          <a:lstStyle>
            <a:lvl1pPr algn="l">
              <a:defRPr sz="6000" cap="none" baseline="0">
                <a:solidFill>
                  <a:schemeClr val="bg1"/>
                </a:solidFill>
              </a:defRPr>
            </a:lvl1pPr>
          </a:lstStyle>
          <a:p>
            <a:r>
              <a:rPr lang="en-US" dirty="0"/>
              <a:t>Slide heading lorem ipsum dolor</a:t>
            </a:r>
            <a:endParaRPr lang="en-FI" dirty="0"/>
          </a:p>
        </p:txBody>
      </p:sp>
      <p:sp>
        <p:nvSpPr>
          <p:cNvPr id="3" name="Subtitle 2">
            <a:extLst>
              <a:ext uri="{FF2B5EF4-FFF2-40B4-BE49-F238E27FC236}">
                <a16:creationId xmlns:a16="http://schemas.microsoft.com/office/drawing/2014/main" id="{3B67DB8D-5405-D62E-A4F8-08FB12BF9A4A}"/>
              </a:ext>
            </a:extLst>
          </p:cNvPr>
          <p:cNvSpPr>
            <a:spLocks noGrp="1"/>
          </p:cNvSpPr>
          <p:nvPr>
            <p:ph type="subTitle" idx="1" hasCustomPrompt="1"/>
          </p:nvPr>
        </p:nvSpPr>
        <p:spPr>
          <a:xfrm>
            <a:off x="939113" y="3602038"/>
            <a:ext cx="6426886" cy="1030288"/>
          </a:xfrm>
        </p:spPr>
        <p:txBody>
          <a:bodyPr>
            <a:normAutofit/>
          </a:bodyPr>
          <a:lstStyle>
            <a:lvl1pPr marL="0" indent="0" algn="l">
              <a:buNone/>
              <a:defRPr sz="3000">
                <a:solidFill>
                  <a:schemeClr val="bg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 if needed lorem ipsum</a:t>
            </a:r>
            <a:endParaRPr lang="en-FI" dirty="0"/>
          </a:p>
        </p:txBody>
      </p:sp>
      <p:sp>
        <p:nvSpPr>
          <p:cNvPr id="7" name="Text Placeholder 13">
            <a:extLst>
              <a:ext uri="{FF2B5EF4-FFF2-40B4-BE49-F238E27FC236}">
                <a16:creationId xmlns:a16="http://schemas.microsoft.com/office/drawing/2014/main" id="{E8AA108D-3377-4DA9-6833-BAF3D1CD6CB8}"/>
              </a:ext>
            </a:extLst>
          </p:cNvPr>
          <p:cNvSpPr>
            <a:spLocks noGrp="1"/>
          </p:cNvSpPr>
          <p:nvPr>
            <p:ph type="body" sz="quarter" idx="11" hasCustomPrompt="1"/>
          </p:nvPr>
        </p:nvSpPr>
        <p:spPr>
          <a:xfrm>
            <a:off x="939113" y="4835696"/>
            <a:ext cx="3297237" cy="471488"/>
          </a:xfrm>
        </p:spPr>
        <p:txBody>
          <a:bodyPr>
            <a:noAutofit/>
          </a:bodyPr>
          <a:lstStyle>
            <a:lvl1pPr marL="0" indent="0">
              <a:buNone/>
              <a:defRPr sz="1600" b="0" i="0">
                <a:solidFill>
                  <a:schemeClr val="bg2"/>
                </a:solidFill>
                <a:latin typeface="+mj-lt"/>
              </a:defRPr>
            </a:lvl1pPr>
            <a:lvl2pPr marL="457200" indent="0">
              <a:buNone/>
              <a:defRPr sz="1600" b="0" i="0">
                <a:solidFill>
                  <a:schemeClr val="bg2"/>
                </a:solidFill>
                <a:latin typeface="PP Neue Montreal Mono Medium" pitchFamily="2" charset="77"/>
              </a:defRPr>
            </a:lvl2pPr>
            <a:lvl3pPr marL="914400" indent="0">
              <a:buNone/>
              <a:defRPr sz="1600" b="0" i="0">
                <a:solidFill>
                  <a:schemeClr val="bg2"/>
                </a:solidFill>
                <a:latin typeface="PP Neue Montreal Mono Medium" pitchFamily="2" charset="77"/>
              </a:defRPr>
            </a:lvl3pPr>
            <a:lvl4pPr marL="1371600" indent="0">
              <a:buNone/>
              <a:defRPr sz="1600" b="0" i="0">
                <a:solidFill>
                  <a:schemeClr val="bg2"/>
                </a:solidFill>
                <a:latin typeface="PP Neue Montreal Mono Medium" pitchFamily="2" charset="77"/>
              </a:defRPr>
            </a:lvl4pPr>
            <a:lvl5pPr marL="1828800" indent="0">
              <a:buNone/>
              <a:defRPr sz="1600" b="0" i="0">
                <a:solidFill>
                  <a:schemeClr val="bg2"/>
                </a:solidFill>
                <a:latin typeface="PP Neue Montreal Mono Medium" pitchFamily="2" charset="77"/>
              </a:defRPr>
            </a:lvl5pPr>
          </a:lstStyle>
          <a:p>
            <a:pPr lvl="0"/>
            <a:r>
              <a:rPr lang="en-US" dirty="0" err="1"/>
              <a:t>Firstname</a:t>
            </a:r>
            <a:r>
              <a:rPr lang="en-US" dirty="0"/>
              <a:t> Lastname</a:t>
            </a:r>
            <a:endParaRPr lang="en-FI" dirty="0"/>
          </a:p>
        </p:txBody>
      </p:sp>
      <p:pic>
        <p:nvPicPr>
          <p:cNvPr id="8" name="Graphic 7">
            <a:extLst>
              <a:ext uri="{FF2B5EF4-FFF2-40B4-BE49-F238E27FC236}">
                <a16:creationId xmlns:a16="http://schemas.microsoft.com/office/drawing/2014/main" id="{1B8D4181-BD2E-C662-DB06-CB69341A748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8190" y="5735637"/>
            <a:ext cx="3176370" cy="969671"/>
          </a:xfrm>
          <a:prstGeom prst="rect">
            <a:avLst/>
          </a:prstGeom>
        </p:spPr>
      </p:pic>
      <p:pic>
        <p:nvPicPr>
          <p:cNvPr id="5" name="Graphic 4">
            <a:extLst>
              <a:ext uri="{FF2B5EF4-FFF2-40B4-BE49-F238E27FC236}">
                <a16:creationId xmlns:a16="http://schemas.microsoft.com/office/drawing/2014/main" id="{1095A5C2-CE02-DBD4-39F9-038355847E24}"/>
              </a:ext>
            </a:extLst>
          </p:cNvPr>
          <p:cNvPicPr>
            <a:picLocks noChangeAspect="1"/>
          </p:cNvPicPr>
          <p:nvPr userDrawn="1"/>
        </p:nvPicPr>
        <p:blipFill>
          <a:blip r:embed="rId3"/>
          <a:srcRect/>
          <a:stretch/>
        </p:blipFill>
        <p:spPr>
          <a:xfrm>
            <a:off x="6056751" y="6230393"/>
            <a:ext cx="810018" cy="242648"/>
          </a:xfrm>
          <a:prstGeom prst="rect">
            <a:avLst/>
          </a:prstGeom>
        </p:spPr>
      </p:pic>
    </p:spTree>
    <p:extLst>
      <p:ext uri="{BB962C8B-B14F-4D97-AF65-F5344CB8AC3E}">
        <p14:creationId xmlns:p14="http://schemas.microsoft.com/office/powerpoint/2010/main" val="3962042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ight orange – no image">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5D132B39-62CD-FC4C-A140-D0A94D2511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93085" y="0"/>
            <a:ext cx="7798915" cy="6858000"/>
          </a:xfrm>
          <a:prstGeom prst="rect">
            <a:avLst/>
          </a:prstGeom>
        </p:spPr>
      </p:pic>
      <p:sp>
        <p:nvSpPr>
          <p:cNvPr id="2" name="Title 1">
            <a:extLst>
              <a:ext uri="{FF2B5EF4-FFF2-40B4-BE49-F238E27FC236}">
                <a16:creationId xmlns:a16="http://schemas.microsoft.com/office/drawing/2014/main" id="{183B991D-AF2F-C3B1-CC76-2B6769F84255}"/>
              </a:ext>
            </a:extLst>
          </p:cNvPr>
          <p:cNvSpPr>
            <a:spLocks noGrp="1"/>
          </p:cNvSpPr>
          <p:nvPr>
            <p:ph type="ctrTitle" hasCustomPrompt="1"/>
          </p:nvPr>
        </p:nvSpPr>
        <p:spPr>
          <a:xfrm>
            <a:off x="939114" y="1122363"/>
            <a:ext cx="7874948" cy="2387600"/>
          </a:xfrm>
        </p:spPr>
        <p:txBody>
          <a:bodyPr anchor="b"/>
          <a:lstStyle>
            <a:lvl1pPr algn="l">
              <a:defRPr sz="6000" cap="none" baseline="0">
                <a:solidFill>
                  <a:schemeClr val="tx1"/>
                </a:solidFill>
              </a:defRPr>
            </a:lvl1pPr>
          </a:lstStyle>
          <a:p>
            <a:r>
              <a:rPr lang="en-US" dirty="0"/>
              <a:t>Slide heading lorem ipsum dolor</a:t>
            </a:r>
            <a:endParaRPr lang="en-FI" dirty="0"/>
          </a:p>
        </p:txBody>
      </p:sp>
      <p:sp>
        <p:nvSpPr>
          <p:cNvPr id="3" name="Subtitle 2">
            <a:extLst>
              <a:ext uri="{FF2B5EF4-FFF2-40B4-BE49-F238E27FC236}">
                <a16:creationId xmlns:a16="http://schemas.microsoft.com/office/drawing/2014/main" id="{3B67DB8D-5405-D62E-A4F8-08FB12BF9A4A}"/>
              </a:ext>
            </a:extLst>
          </p:cNvPr>
          <p:cNvSpPr>
            <a:spLocks noGrp="1"/>
          </p:cNvSpPr>
          <p:nvPr>
            <p:ph type="subTitle" idx="1" hasCustomPrompt="1"/>
          </p:nvPr>
        </p:nvSpPr>
        <p:spPr>
          <a:xfrm>
            <a:off x="939113" y="3602038"/>
            <a:ext cx="8204885" cy="805205"/>
          </a:xfrm>
        </p:spPr>
        <p:txBody>
          <a:bodyPr>
            <a:normAutofit/>
          </a:bodyPr>
          <a:lstStyle>
            <a:lvl1pPr marL="0" indent="0" algn="l">
              <a:buNone/>
              <a:defRPr sz="3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 if needed lorem ipsum</a:t>
            </a:r>
            <a:endParaRPr lang="en-FI" dirty="0"/>
          </a:p>
        </p:txBody>
      </p:sp>
      <p:sp>
        <p:nvSpPr>
          <p:cNvPr id="6" name="Text Placeholder 13">
            <a:extLst>
              <a:ext uri="{FF2B5EF4-FFF2-40B4-BE49-F238E27FC236}">
                <a16:creationId xmlns:a16="http://schemas.microsoft.com/office/drawing/2014/main" id="{2E4473CF-4C32-062F-13CD-0E141F44D02E}"/>
              </a:ext>
            </a:extLst>
          </p:cNvPr>
          <p:cNvSpPr>
            <a:spLocks noGrp="1"/>
          </p:cNvSpPr>
          <p:nvPr>
            <p:ph type="body" sz="quarter" idx="11" hasCustomPrompt="1"/>
          </p:nvPr>
        </p:nvSpPr>
        <p:spPr>
          <a:xfrm>
            <a:off x="939113" y="4835696"/>
            <a:ext cx="3297237" cy="471488"/>
          </a:xfrm>
        </p:spPr>
        <p:txBody>
          <a:bodyPr>
            <a:noAutofit/>
          </a:bodyPr>
          <a:lstStyle>
            <a:lvl1pPr marL="0" indent="0">
              <a:buNone/>
              <a:defRPr sz="1600" b="0" i="0">
                <a:solidFill>
                  <a:schemeClr val="tx1"/>
                </a:solidFill>
                <a:latin typeface="+mj-lt"/>
              </a:defRPr>
            </a:lvl1pPr>
            <a:lvl2pPr marL="457200" indent="0">
              <a:buNone/>
              <a:defRPr sz="1600" b="0" i="0">
                <a:solidFill>
                  <a:schemeClr val="bg2"/>
                </a:solidFill>
                <a:latin typeface="PP Neue Montreal Mono Medium" pitchFamily="2" charset="77"/>
              </a:defRPr>
            </a:lvl2pPr>
            <a:lvl3pPr marL="914400" indent="0">
              <a:buNone/>
              <a:defRPr sz="1600" b="0" i="0">
                <a:solidFill>
                  <a:schemeClr val="bg2"/>
                </a:solidFill>
                <a:latin typeface="PP Neue Montreal Mono Medium" pitchFamily="2" charset="77"/>
              </a:defRPr>
            </a:lvl3pPr>
            <a:lvl4pPr marL="1371600" indent="0">
              <a:buNone/>
              <a:defRPr sz="1600" b="0" i="0">
                <a:solidFill>
                  <a:schemeClr val="bg2"/>
                </a:solidFill>
                <a:latin typeface="PP Neue Montreal Mono Medium" pitchFamily="2" charset="77"/>
              </a:defRPr>
            </a:lvl4pPr>
            <a:lvl5pPr marL="1828800" indent="0">
              <a:buNone/>
              <a:defRPr sz="1600" b="0" i="0">
                <a:solidFill>
                  <a:schemeClr val="bg2"/>
                </a:solidFill>
                <a:latin typeface="PP Neue Montreal Mono Medium" pitchFamily="2" charset="77"/>
              </a:defRPr>
            </a:lvl5pPr>
          </a:lstStyle>
          <a:p>
            <a:pPr lvl="0"/>
            <a:r>
              <a:rPr lang="en-US" dirty="0" err="1"/>
              <a:t>Firstname</a:t>
            </a:r>
            <a:r>
              <a:rPr lang="en-US" dirty="0"/>
              <a:t> Lastname</a:t>
            </a:r>
            <a:endParaRPr lang="en-FI" dirty="0"/>
          </a:p>
        </p:txBody>
      </p:sp>
      <p:pic>
        <p:nvPicPr>
          <p:cNvPr id="5" name="Graphic 4">
            <a:extLst>
              <a:ext uri="{FF2B5EF4-FFF2-40B4-BE49-F238E27FC236}">
                <a16:creationId xmlns:a16="http://schemas.microsoft.com/office/drawing/2014/main" id="{150BE8E0-9450-25B0-A8EE-05E31DF1633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68190" y="5735637"/>
            <a:ext cx="3176370" cy="969671"/>
          </a:xfrm>
          <a:prstGeom prst="rect">
            <a:avLst/>
          </a:prstGeom>
        </p:spPr>
      </p:pic>
      <p:pic>
        <p:nvPicPr>
          <p:cNvPr id="8" name="Graphic 7">
            <a:extLst>
              <a:ext uri="{FF2B5EF4-FFF2-40B4-BE49-F238E27FC236}">
                <a16:creationId xmlns:a16="http://schemas.microsoft.com/office/drawing/2014/main" id="{B10D4ADA-2A5E-CDB5-14AB-2E3328966ACB}"/>
              </a:ext>
            </a:extLst>
          </p:cNvPr>
          <p:cNvPicPr>
            <a:picLocks noChangeAspect="1"/>
          </p:cNvPicPr>
          <p:nvPr userDrawn="1"/>
        </p:nvPicPr>
        <p:blipFill>
          <a:blip r:embed="rId4"/>
          <a:srcRect/>
          <a:stretch/>
        </p:blipFill>
        <p:spPr>
          <a:xfrm>
            <a:off x="11121904" y="6224103"/>
            <a:ext cx="794837" cy="237419"/>
          </a:xfrm>
          <a:prstGeom prst="rect">
            <a:avLst/>
          </a:prstGeom>
        </p:spPr>
      </p:pic>
    </p:spTree>
    <p:extLst>
      <p:ext uri="{BB962C8B-B14F-4D97-AF65-F5344CB8AC3E}">
        <p14:creationId xmlns:p14="http://schemas.microsoft.com/office/powerpoint/2010/main" val="2382230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light orange + imag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792AFA4-8D5D-CA6F-1646-AA73E5A5FB43}"/>
              </a:ext>
            </a:extLst>
          </p:cNvPr>
          <p:cNvSpPr>
            <a:spLocks noGrp="1"/>
          </p:cNvSpPr>
          <p:nvPr>
            <p:ph type="pic" sz="quarter" idx="12" hasCustomPrompt="1"/>
          </p:nvPr>
        </p:nvSpPr>
        <p:spPr>
          <a:xfrm>
            <a:off x="7673979" y="0"/>
            <a:ext cx="4518021" cy="6857937"/>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accent5"/>
          </a:solidFill>
        </p:spPr>
        <p:txBody>
          <a:bodyPr wrap="square">
            <a:noAutofit/>
          </a:bodyPr>
          <a:lstStyle>
            <a:lvl1pPr marL="0" indent="0">
              <a:buNone/>
              <a:defRPr/>
            </a:lvl1pPr>
          </a:lstStyle>
          <a:p>
            <a:r>
              <a:rPr lang="en-US" dirty="0"/>
              <a:t>Image</a:t>
            </a:r>
            <a:endParaRPr lang="en-FI" dirty="0"/>
          </a:p>
        </p:txBody>
      </p:sp>
      <p:sp>
        <p:nvSpPr>
          <p:cNvPr id="2" name="Title 1">
            <a:extLst>
              <a:ext uri="{FF2B5EF4-FFF2-40B4-BE49-F238E27FC236}">
                <a16:creationId xmlns:a16="http://schemas.microsoft.com/office/drawing/2014/main" id="{183B991D-AF2F-C3B1-CC76-2B6769F84255}"/>
              </a:ext>
            </a:extLst>
          </p:cNvPr>
          <p:cNvSpPr>
            <a:spLocks noGrp="1"/>
          </p:cNvSpPr>
          <p:nvPr>
            <p:ph type="ctrTitle" hasCustomPrompt="1"/>
          </p:nvPr>
        </p:nvSpPr>
        <p:spPr>
          <a:xfrm>
            <a:off x="939114" y="1137919"/>
            <a:ext cx="6426886" cy="2372043"/>
          </a:xfrm>
        </p:spPr>
        <p:txBody>
          <a:bodyPr anchor="b"/>
          <a:lstStyle>
            <a:lvl1pPr algn="l">
              <a:defRPr sz="6000" cap="none" baseline="0">
                <a:solidFill>
                  <a:schemeClr val="tx1"/>
                </a:solidFill>
              </a:defRPr>
            </a:lvl1pPr>
          </a:lstStyle>
          <a:p>
            <a:r>
              <a:rPr lang="en-US" dirty="0"/>
              <a:t>Slide heading lorem ipsum dolor</a:t>
            </a:r>
            <a:endParaRPr lang="en-FI" dirty="0"/>
          </a:p>
        </p:txBody>
      </p:sp>
      <p:sp>
        <p:nvSpPr>
          <p:cNvPr id="3" name="Subtitle 2">
            <a:extLst>
              <a:ext uri="{FF2B5EF4-FFF2-40B4-BE49-F238E27FC236}">
                <a16:creationId xmlns:a16="http://schemas.microsoft.com/office/drawing/2014/main" id="{3B67DB8D-5405-D62E-A4F8-08FB12BF9A4A}"/>
              </a:ext>
            </a:extLst>
          </p:cNvPr>
          <p:cNvSpPr>
            <a:spLocks noGrp="1"/>
          </p:cNvSpPr>
          <p:nvPr>
            <p:ph type="subTitle" idx="1" hasCustomPrompt="1"/>
          </p:nvPr>
        </p:nvSpPr>
        <p:spPr>
          <a:xfrm>
            <a:off x="939113" y="3602038"/>
            <a:ext cx="6426886" cy="1030288"/>
          </a:xfrm>
        </p:spPr>
        <p:txBody>
          <a:bodyPr>
            <a:normAutofit/>
          </a:bodyPr>
          <a:lstStyle>
            <a:lvl1pPr marL="0" indent="0" algn="l">
              <a:buNone/>
              <a:defRPr sz="3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 if needed lorem ipsum</a:t>
            </a:r>
            <a:endParaRPr lang="en-FI" dirty="0"/>
          </a:p>
        </p:txBody>
      </p:sp>
      <p:sp>
        <p:nvSpPr>
          <p:cNvPr id="5" name="Text Placeholder 13">
            <a:extLst>
              <a:ext uri="{FF2B5EF4-FFF2-40B4-BE49-F238E27FC236}">
                <a16:creationId xmlns:a16="http://schemas.microsoft.com/office/drawing/2014/main" id="{E2B77957-8443-D620-3FB0-7BD79EBF1517}"/>
              </a:ext>
            </a:extLst>
          </p:cNvPr>
          <p:cNvSpPr>
            <a:spLocks noGrp="1"/>
          </p:cNvSpPr>
          <p:nvPr>
            <p:ph type="body" sz="quarter" idx="11" hasCustomPrompt="1"/>
          </p:nvPr>
        </p:nvSpPr>
        <p:spPr>
          <a:xfrm>
            <a:off x="939113" y="4835696"/>
            <a:ext cx="3297237" cy="471488"/>
          </a:xfrm>
        </p:spPr>
        <p:txBody>
          <a:bodyPr>
            <a:noAutofit/>
          </a:bodyPr>
          <a:lstStyle>
            <a:lvl1pPr marL="0" indent="0">
              <a:buNone/>
              <a:defRPr sz="1600" b="0" i="0">
                <a:solidFill>
                  <a:schemeClr val="tx1"/>
                </a:solidFill>
                <a:latin typeface="+mj-lt"/>
              </a:defRPr>
            </a:lvl1pPr>
            <a:lvl2pPr marL="457200" indent="0">
              <a:buNone/>
              <a:defRPr sz="1600" b="0" i="0">
                <a:solidFill>
                  <a:schemeClr val="bg2"/>
                </a:solidFill>
                <a:latin typeface="PP Neue Montreal Mono Medium" pitchFamily="2" charset="77"/>
              </a:defRPr>
            </a:lvl2pPr>
            <a:lvl3pPr marL="914400" indent="0">
              <a:buNone/>
              <a:defRPr sz="1600" b="0" i="0">
                <a:solidFill>
                  <a:schemeClr val="bg2"/>
                </a:solidFill>
                <a:latin typeface="PP Neue Montreal Mono Medium" pitchFamily="2" charset="77"/>
              </a:defRPr>
            </a:lvl3pPr>
            <a:lvl4pPr marL="1371600" indent="0">
              <a:buNone/>
              <a:defRPr sz="1600" b="0" i="0">
                <a:solidFill>
                  <a:schemeClr val="bg2"/>
                </a:solidFill>
                <a:latin typeface="PP Neue Montreal Mono Medium" pitchFamily="2" charset="77"/>
              </a:defRPr>
            </a:lvl4pPr>
            <a:lvl5pPr marL="1828800" indent="0">
              <a:buNone/>
              <a:defRPr sz="1600" b="0" i="0">
                <a:solidFill>
                  <a:schemeClr val="bg2"/>
                </a:solidFill>
                <a:latin typeface="PP Neue Montreal Mono Medium" pitchFamily="2" charset="77"/>
              </a:defRPr>
            </a:lvl5pPr>
          </a:lstStyle>
          <a:p>
            <a:pPr lvl="0"/>
            <a:r>
              <a:rPr lang="en-US" dirty="0" err="1"/>
              <a:t>Firstname</a:t>
            </a:r>
            <a:r>
              <a:rPr lang="en-US" dirty="0"/>
              <a:t> Lastname</a:t>
            </a:r>
            <a:endParaRPr lang="en-FI" dirty="0"/>
          </a:p>
        </p:txBody>
      </p:sp>
      <p:pic>
        <p:nvPicPr>
          <p:cNvPr id="4" name="Graphic 3">
            <a:extLst>
              <a:ext uri="{FF2B5EF4-FFF2-40B4-BE49-F238E27FC236}">
                <a16:creationId xmlns:a16="http://schemas.microsoft.com/office/drawing/2014/main" id="{DF995BF1-B00C-AE27-B1AC-1C0658CFDD8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8190" y="5735637"/>
            <a:ext cx="3176370" cy="969671"/>
          </a:xfrm>
          <a:prstGeom prst="rect">
            <a:avLst/>
          </a:prstGeom>
        </p:spPr>
      </p:pic>
      <p:pic>
        <p:nvPicPr>
          <p:cNvPr id="8" name="Graphic 7">
            <a:extLst>
              <a:ext uri="{FF2B5EF4-FFF2-40B4-BE49-F238E27FC236}">
                <a16:creationId xmlns:a16="http://schemas.microsoft.com/office/drawing/2014/main" id="{2F740163-4F32-771D-4C12-0C99D0EF8D19}"/>
              </a:ext>
            </a:extLst>
          </p:cNvPr>
          <p:cNvPicPr>
            <a:picLocks noChangeAspect="1"/>
          </p:cNvPicPr>
          <p:nvPr userDrawn="1"/>
        </p:nvPicPr>
        <p:blipFill>
          <a:blip r:embed="rId3"/>
          <a:srcRect/>
          <a:stretch/>
        </p:blipFill>
        <p:spPr>
          <a:xfrm>
            <a:off x="6064341" y="6233007"/>
            <a:ext cx="794837" cy="237419"/>
          </a:xfrm>
          <a:prstGeom prst="rect">
            <a:avLst/>
          </a:prstGeom>
        </p:spPr>
      </p:pic>
    </p:spTree>
    <p:extLst>
      <p:ext uri="{BB962C8B-B14F-4D97-AF65-F5344CB8AC3E}">
        <p14:creationId xmlns:p14="http://schemas.microsoft.com/office/powerpoint/2010/main" val="848602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in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5079" y="0"/>
            <a:ext cx="7246921" cy="6372602"/>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10" name="Footer Placeholder 9">
            <a:extLst>
              <a:ext uri="{FF2B5EF4-FFF2-40B4-BE49-F238E27FC236}">
                <a16:creationId xmlns:a16="http://schemas.microsoft.com/office/drawing/2014/main" id="{2002A787-48A6-CFF0-A471-26255A35E33A}"/>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4D8D632E-68BC-6575-F334-8E3622FBF292}"/>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70F9054C-9384-0504-9C10-4B8CE732179F}"/>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1780631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ink +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10" name="Picture Placeholder 9">
            <a:extLst>
              <a:ext uri="{FF2B5EF4-FFF2-40B4-BE49-F238E27FC236}">
                <a16:creationId xmlns:a16="http://schemas.microsoft.com/office/drawing/2014/main" id="{120F7692-1D56-6EB9-B2C5-1F13DF61C885}"/>
              </a:ext>
            </a:extLst>
          </p:cNvPr>
          <p:cNvSpPr>
            <a:spLocks noGrp="1"/>
          </p:cNvSpPr>
          <p:nvPr>
            <p:ph type="pic" sz="quarter" idx="13" hasCustomPrompt="1"/>
          </p:nvPr>
        </p:nvSpPr>
        <p:spPr>
          <a:xfrm>
            <a:off x="8209280" y="0"/>
            <a:ext cx="3979549" cy="6372602"/>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accent2"/>
          </a:solidFill>
        </p:spPr>
        <p:txBody>
          <a:bodyPr wrap="square">
            <a:noAutofit/>
          </a:bodyPr>
          <a:lstStyle>
            <a:lvl1pPr marL="0" indent="0">
              <a:buNone/>
              <a:defRPr/>
            </a:lvl1pPr>
          </a:lstStyle>
          <a:p>
            <a:r>
              <a:rPr lang="en-US" dirty="0"/>
              <a:t>Image</a:t>
            </a:r>
            <a:endParaRPr lang="en-FI" dirty="0"/>
          </a:p>
        </p:txBody>
      </p:sp>
      <p:sp>
        <p:nvSpPr>
          <p:cNvPr id="7" name="Footer Placeholder 6">
            <a:extLst>
              <a:ext uri="{FF2B5EF4-FFF2-40B4-BE49-F238E27FC236}">
                <a16:creationId xmlns:a16="http://schemas.microsoft.com/office/drawing/2014/main" id="{6BE5AA17-9D6C-6FA8-5CDD-D91C936529EE}"/>
              </a:ext>
            </a:extLst>
          </p:cNvPr>
          <p:cNvSpPr>
            <a:spLocks noGrp="1"/>
          </p:cNvSpPr>
          <p:nvPr>
            <p:ph type="ftr" sz="quarter" idx="15"/>
          </p:nvPr>
        </p:nvSpPr>
        <p:spPr/>
        <p:txBody>
          <a:bodyPr/>
          <a:lstStyle/>
          <a:p>
            <a:endParaRPr lang="en-FI" dirty="0"/>
          </a:p>
        </p:txBody>
      </p:sp>
      <p:sp>
        <p:nvSpPr>
          <p:cNvPr id="9" name="Slide Number Placeholder 8">
            <a:extLst>
              <a:ext uri="{FF2B5EF4-FFF2-40B4-BE49-F238E27FC236}">
                <a16:creationId xmlns:a16="http://schemas.microsoft.com/office/drawing/2014/main" id="{D5EF6437-9B05-E684-E0EF-118F352BEA5B}"/>
              </a:ext>
            </a:extLst>
          </p:cNvPr>
          <p:cNvSpPr>
            <a:spLocks noGrp="1"/>
          </p:cNvSpPr>
          <p:nvPr>
            <p:ph type="sldNum" sz="quarter" idx="16"/>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FE2F8BF8-0A11-194F-AE32-6EBA5A164EA6}"/>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4003907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ink plai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07D90FC-80B4-6D83-94AD-71C1008806FC}"/>
              </a:ext>
            </a:extLst>
          </p:cNvPr>
          <p:cNvSpPr/>
          <p:nvPr userDrawn="1"/>
        </p:nvSpPr>
        <p:spPr>
          <a:xfrm>
            <a:off x="0" y="0"/>
            <a:ext cx="12192000" cy="637260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1035371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1035371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10" name="Footer Placeholder 9">
            <a:extLst>
              <a:ext uri="{FF2B5EF4-FFF2-40B4-BE49-F238E27FC236}">
                <a16:creationId xmlns:a16="http://schemas.microsoft.com/office/drawing/2014/main" id="{2002A787-48A6-CFF0-A471-26255A35E33A}"/>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4D8D632E-68BC-6575-F334-8E3622FBF292}"/>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4" name="Date Placeholder 3">
            <a:extLst>
              <a:ext uri="{FF2B5EF4-FFF2-40B4-BE49-F238E27FC236}">
                <a16:creationId xmlns:a16="http://schemas.microsoft.com/office/drawing/2014/main" id="{1C23944F-0B1C-3149-7132-78F53CFD4BD1}"/>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723547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Yellow">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5079" y="0"/>
            <a:ext cx="7246921" cy="6372602"/>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7" name="Footer Placeholder 6">
            <a:extLst>
              <a:ext uri="{FF2B5EF4-FFF2-40B4-BE49-F238E27FC236}">
                <a16:creationId xmlns:a16="http://schemas.microsoft.com/office/drawing/2014/main" id="{32C0F7F3-BDA5-939E-B9E4-F29C22E711CC}"/>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DF57C9AF-D061-719C-5E7D-82C821674255}"/>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ECE743A5-6F1E-C6E7-D53D-09E8910F0D1A}"/>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183624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Yellow +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err="1"/>
              <a:t>Pääotsikko</a:t>
            </a:r>
            <a:r>
              <a:rPr lang="en-US" dirty="0"/>
              <a:t>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10" name="Picture Placeholder 9">
            <a:extLst>
              <a:ext uri="{FF2B5EF4-FFF2-40B4-BE49-F238E27FC236}">
                <a16:creationId xmlns:a16="http://schemas.microsoft.com/office/drawing/2014/main" id="{120F7692-1D56-6EB9-B2C5-1F13DF61C885}"/>
              </a:ext>
            </a:extLst>
          </p:cNvPr>
          <p:cNvSpPr>
            <a:spLocks noGrp="1"/>
          </p:cNvSpPr>
          <p:nvPr>
            <p:ph type="pic" sz="quarter" idx="13" hasCustomPrompt="1"/>
          </p:nvPr>
        </p:nvSpPr>
        <p:spPr>
          <a:xfrm>
            <a:off x="8209280" y="0"/>
            <a:ext cx="3979549" cy="6372602"/>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accent3">
              <a:lumMod val="20000"/>
              <a:lumOff val="80000"/>
            </a:schemeClr>
          </a:solidFill>
        </p:spPr>
        <p:txBody>
          <a:bodyPr wrap="square">
            <a:noAutofit/>
          </a:bodyPr>
          <a:lstStyle>
            <a:lvl1pPr marL="0" indent="0">
              <a:buNone/>
              <a:defRPr/>
            </a:lvl1pPr>
          </a:lstStyle>
          <a:p>
            <a:r>
              <a:rPr lang="en-US" dirty="0"/>
              <a:t>Image</a:t>
            </a:r>
            <a:endParaRPr lang="en-FI" dirty="0"/>
          </a:p>
        </p:txBody>
      </p:sp>
      <p:sp>
        <p:nvSpPr>
          <p:cNvPr id="7" name="Footer Placeholder 6">
            <a:extLst>
              <a:ext uri="{FF2B5EF4-FFF2-40B4-BE49-F238E27FC236}">
                <a16:creationId xmlns:a16="http://schemas.microsoft.com/office/drawing/2014/main" id="{802C1324-9CE9-8D29-B2EF-42110D5624AA}"/>
              </a:ext>
            </a:extLst>
          </p:cNvPr>
          <p:cNvSpPr>
            <a:spLocks noGrp="1"/>
          </p:cNvSpPr>
          <p:nvPr>
            <p:ph type="ftr" sz="quarter" idx="15"/>
          </p:nvPr>
        </p:nvSpPr>
        <p:spPr/>
        <p:txBody>
          <a:bodyPr/>
          <a:lstStyle/>
          <a:p>
            <a:endParaRPr lang="en-FI" dirty="0"/>
          </a:p>
        </p:txBody>
      </p:sp>
      <p:sp>
        <p:nvSpPr>
          <p:cNvPr id="11" name="Slide Number Placeholder 10">
            <a:extLst>
              <a:ext uri="{FF2B5EF4-FFF2-40B4-BE49-F238E27FC236}">
                <a16:creationId xmlns:a16="http://schemas.microsoft.com/office/drawing/2014/main" id="{2B322324-1D6C-1BF2-4203-CB8AF9EBEFEB}"/>
              </a:ext>
            </a:extLst>
          </p:cNvPr>
          <p:cNvSpPr>
            <a:spLocks noGrp="1"/>
          </p:cNvSpPr>
          <p:nvPr>
            <p:ph type="sldNum" sz="quarter" idx="16"/>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137C333B-4A39-8DF2-D2A9-DDCB70845533}"/>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2912339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Yellow plai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799" y="1368979"/>
            <a:ext cx="10353711"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799" y="4117008"/>
            <a:ext cx="10353711"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7" name="Footer Placeholder 6">
            <a:extLst>
              <a:ext uri="{FF2B5EF4-FFF2-40B4-BE49-F238E27FC236}">
                <a16:creationId xmlns:a16="http://schemas.microsoft.com/office/drawing/2014/main" id="{32C0F7F3-BDA5-939E-B9E4-F29C22E711CC}"/>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DF57C9AF-D061-719C-5E7D-82C821674255}"/>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EEBFFDC9-7677-7FFC-87F2-10699E036BC3}"/>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471423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Mi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4800" y="0"/>
            <a:ext cx="7247200" cy="6372847"/>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7" name="Footer Placeholder 6">
            <a:extLst>
              <a:ext uri="{FF2B5EF4-FFF2-40B4-BE49-F238E27FC236}">
                <a16:creationId xmlns:a16="http://schemas.microsoft.com/office/drawing/2014/main" id="{A6D508DC-0446-A104-1C40-8D45EC176883}"/>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02237C84-18C1-A513-525D-86C12C52B4C9}"/>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0C1FAECC-C256-0E74-EF1E-6472DB5C2C61}"/>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1263161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Mint +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10" name="Picture Placeholder 9">
            <a:extLst>
              <a:ext uri="{FF2B5EF4-FFF2-40B4-BE49-F238E27FC236}">
                <a16:creationId xmlns:a16="http://schemas.microsoft.com/office/drawing/2014/main" id="{120F7692-1D56-6EB9-B2C5-1F13DF61C885}"/>
              </a:ext>
            </a:extLst>
          </p:cNvPr>
          <p:cNvSpPr>
            <a:spLocks noGrp="1"/>
          </p:cNvSpPr>
          <p:nvPr>
            <p:ph type="pic" sz="quarter" idx="13" hasCustomPrompt="1"/>
          </p:nvPr>
        </p:nvSpPr>
        <p:spPr>
          <a:xfrm>
            <a:off x="8233154" y="0"/>
            <a:ext cx="3958846" cy="6372603"/>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accent4"/>
          </a:solidFill>
        </p:spPr>
        <p:txBody>
          <a:bodyPr wrap="square">
            <a:noAutofit/>
          </a:bodyPr>
          <a:lstStyle>
            <a:lvl1pPr marL="0" indent="0">
              <a:buNone/>
              <a:defRPr/>
            </a:lvl1pPr>
          </a:lstStyle>
          <a:p>
            <a:r>
              <a:rPr lang="en-US" dirty="0"/>
              <a:t>Image</a:t>
            </a:r>
            <a:endParaRPr lang="en-FI" dirty="0"/>
          </a:p>
        </p:txBody>
      </p:sp>
      <p:sp>
        <p:nvSpPr>
          <p:cNvPr id="7" name="Footer Placeholder 6">
            <a:extLst>
              <a:ext uri="{FF2B5EF4-FFF2-40B4-BE49-F238E27FC236}">
                <a16:creationId xmlns:a16="http://schemas.microsoft.com/office/drawing/2014/main" id="{374238A9-11E7-387D-A9A1-88A24295AC01}"/>
              </a:ext>
            </a:extLst>
          </p:cNvPr>
          <p:cNvSpPr>
            <a:spLocks noGrp="1"/>
          </p:cNvSpPr>
          <p:nvPr>
            <p:ph type="ftr" sz="quarter" idx="15"/>
          </p:nvPr>
        </p:nvSpPr>
        <p:spPr/>
        <p:txBody>
          <a:bodyPr/>
          <a:lstStyle/>
          <a:p>
            <a:endParaRPr lang="en-FI" dirty="0"/>
          </a:p>
        </p:txBody>
      </p:sp>
      <p:sp>
        <p:nvSpPr>
          <p:cNvPr id="11" name="Slide Number Placeholder 10">
            <a:extLst>
              <a:ext uri="{FF2B5EF4-FFF2-40B4-BE49-F238E27FC236}">
                <a16:creationId xmlns:a16="http://schemas.microsoft.com/office/drawing/2014/main" id="{32CCDB6C-8455-DBF2-0E70-7EBE2DA7457E}"/>
              </a:ext>
            </a:extLst>
          </p:cNvPr>
          <p:cNvSpPr>
            <a:spLocks noGrp="1"/>
          </p:cNvSpPr>
          <p:nvPr>
            <p:ph type="sldNum" sz="quarter" idx="16"/>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F730F046-AAC9-CCFC-83B3-E1150CE30655}"/>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42818055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Mint plai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1035371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1035371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7" name="Footer Placeholder 6">
            <a:extLst>
              <a:ext uri="{FF2B5EF4-FFF2-40B4-BE49-F238E27FC236}">
                <a16:creationId xmlns:a16="http://schemas.microsoft.com/office/drawing/2014/main" id="{A6D508DC-0446-A104-1C40-8D45EC176883}"/>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02237C84-18C1-A513-525D-86C12C52B4C9}"/>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FB82A96D-1690-488A-8C22-5F86C9343A37}"/>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1375016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Concre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4800" y="0"/>
            <a:ext cx="7247200" cy="6372847"/>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7" name="Footer Placeholder 6">
            <a:extLst>
              <a:ext uri="{FF2B5EF4-FFF2-40B4-BE49-F238E27FC236}">
                <a16:creationId xmlns:a16="http://schemas.microsoft.com/office/drawing/2014/main" id="{528838CB-B20C-1AB9-6DB9-F4EFD6B90AD1}"/>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EF1BEF68-D759-3A7C-67CE-41344CF239E2}"/>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878BA155-16F4-00C1-C238-5F83296403C8}"/>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9049711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Concrete +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10" name="Picture Placeholder 9">
            <a:extLst>
              <a:ext uri="{FF2B5EF4-FFF2-40B4-BE49-F238E27FC236}">
                <a16:creationId xmlns:a16="http://schemas.microsoft.com/office/drawing/2014/main" id="{120F7692-1D56-6EB9-B2C5-1F13DF61C885}"/>
              </a:ext>
            </a:extLst>
          </p:cNvPr>
          <p:cNvSpPr>
            <a:spLocks noGrp="1"/>
          </p:cNvSpPr>
          <p:nvPr>
            <p:ph type="pic" sz="quarter" idx="13" hasCustomPrompt="1"/>
          </p:nvPr>
        </p:nvSpPr>
        <p:spPr>
          <a:xfrm>
            <a:off x="8233154" y="0"/>
            <a:ext cx="3958846" cy="6372603"/>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tx2">
              <a:lumMod val="40000"/>
              <a:lumOff val="60000"/>
            </a:schemeClr>
          </a:solidFill>
        </p:spPr>
        <p:txBody>
          <a:bodyPr wrap="square">
            <a:noAutofit/>
          </a:bodyPr>
          <a:lstStyle>
            <a:lvl1pPr marL="0" indent="0">
              <a:buNone/>
              <a:defRPr/>
            </a:lvl1pPr>
          </a:lstStyle>
          <a:p>
            <a:r>
              <a:rPr lang="en-US" dirty="0"/>
              <a:t>Image</a:t>
            </a:r>
            <a:endParaRPr lang="en-FI" dirty="0"/>
          </a:p>
        </p:txBody>
      </p:sp>
      <p:sp>
        <p:nvSpPr>
          <p:cNvPr id="7" name="Footer Placeholder 6">
            <a:extLst>
              <a:ext uri="{FF2B5EF4-FFF2-40B4-BE49-F238E27FC236}">
                <a16:creationId xmlns:a16="http://schemas.microsoft.com/office/drawing/2014/main" id="{FCC25E28-1D46-8539-26AB-47F24668D364}"/>
              </a:ext>
            </a:extLst>
          </p:cNvPr>
          <p:cNvSpPr>
            <a:spLocks noGrp="1"/>
          </p:cNvSpPr>
          <p:nvPr>
            <p:ph type="ftr" sz="quarter" idx="15"/>
          </p:nvPr>
        </p:nvSpPr>
        <p:spPr/>
        <p:txBody>
          <a:bodyPr/>
          <a:lstStyle/>
          <a:p>
            <a:endParaRPr lang="en-FI" dirty="0"/>
          </a:p>
        </p:txBody>
      </p:sp>
      <p:sp>
        <p:nvSpPr>
          <p:cNvPr id="11" name="Slide Number Placeholder 10">
            <a:extLst>
              <a:ext uri="{FF2B5EF4-FFF2-40B4-BE49-F238E27FC236}">
                <a16:creationId xmlns:a16="http://schemas.microsoft.com/office/drawing/2014/main" id="{B8F06970-6D62-5E05-3A2F-D772C9492836}"/>
              </a:ext>
            </a:extLst>
          </p:cNvPr>
          <p:cNvSpPr>
            <a:spLocks noGrp="1"/>
          </p:cNvSpPr>
          <p:nvPr>
            <p:ph type="sldNum" sz="quarter" idx="16"/>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F4B3B096-6E87-511F-E1E6-ACEECC978363}"/>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363446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Concrete plai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7260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10363758"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10363758"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7" name="Footer Placeholder 6">
            <a:extLst>
              <a:ext uri="{FF2B5EF4-FFF2-40B4-BE49-F238E27FC236}">
                <a16:creationId xmlns:a16="http://schemas.microsoft.com/office/drawing/2014/main" id="{528838CB-B20C-1AB9-6DB9-F4EFD6B90AD1}"/>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EF1BEF68-D759-3A7C-67CE-41344CF239E2}"/>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5" name="Date Placeholder 3">
            <a:extLst>
              <a:ext uri="{FF2B5EF4-FFF2-40B4-BE49-F238E27FC236}">
                <a16:creationId xmlns:a16="http://schemas.microsoft.com/office/drawing/2014/main" id="{0F9C0E46-B85D-9539-4C85-70456327C4DF}"/>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2780204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1_Section Header Concret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4800" y="0"/>
            <a:ext cx="7247200" cy="6399869"/>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7" name="Footer Placeholder 6">
            <a:extLst>
              <a:ext uri="{FF2B5EF4-FFF2-40B4-BE49-F238E27FC236}">
                <a16:creationId xmlns:a16="http://schemas.microsoft.com/office/drawing/2014/main" id="{528838CB-B20C-1AB9-6DB9-F4EFD6B90AD1}"/>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EF1BEF68-D759-3A7C-67CE-41344CF239E2}"/>
              </a:ext>
            </a:extLst>
          </p:cNvPr>
          <p:cNvSpPr>
            <a:spLocks noGrp="1"/>
          </p:cNvSpPr>
          <p:nvPr>
            <p:ph type="sldNum" sz="quarter" idx="12"/>
          </p:nvPr>
        </p:nvSpPr>
        <p:spPr/>
        <p:txBody>
          <a:bodyPr/>
          <a:lstStyle/>
          <a:p>
            <a:fld id="{8460F52F-7CAE-844F-8A72-CAF89AA35A71}" type="slidenum">
              <a:rPr lang="en-FI" smtClean="0"/>
              <a:pPr/>
              <a:t>‹#›</a:t>
            </a:fld>
            <a:endParaRPr lang="en-FI" dirty="0"/>
          </a:p>
        </p:txBody>
      </p:sp>
      <p:cxnSp>
        <p:nvCxnSpPr>
          <p:cNvPr id="6" name="Straight Connector 5">
            <a:extLst>
              <a:ext uri="{FF2B5EF4-FFF2-40B4-BE49-F238E27FC236}">
                <a16:creationId xmlns:a16="http://schemas.microsoft.com/office/drawing/2014/main" id="{BB129831-CBF6-AD2D-1162-D409D9227404}"/>
              </a:ext>
            </a:extLst>
          </p:cNvPr>
          <p:cNvCxnSpPr>
            <a:cxnSpLocks/>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Date Placeholder 3">
            <a:extLst>
              <a:ext uri="{FF2B5EF4-FFF2-40B4-BE49-F238E27FC236}">
                <a16:creationId xmlns:a16="http://schemas.microsoft.com/office/drawing/2014/main" id="{0CF0D1BA-F09B-883C-8DE8-4D4BFA717875}"/>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87333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tion Header Concrete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7091680"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7091680"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10" name="Picture Placeholder 9">
            <a:extLst>
              <a:ext uri="{FF2B5EF4-FFF2-40B4-BE49-F238E27FC236}">
                <a16:creationId xmlns:a16="http://schemas.microsoft.com/office/drawing/2014/main" id="{120F7692-1D56-6EB9-B2C5-1F13DF61C885}"/>
              </a:ext>
            </a:extLst>
          </p:cNvPr>
          <p:cNvSpPr>
            <a:spLocks noGrp="1"/>
          </p:cNvSpPr>
          <p:nvPr>
            <p:ph type="pic" sz="quarter" idx="13" hasCustomPrompt="1"/>
          </p:nvPr>
        </p:nvSpPr>
        <p:spPr>
          <a:xfrm>
            <a:off x="8233154" y="0"/>
            <a:ext cx="3958846" cy="6372603"/>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tx2">
              <a:lumMod val="40000"/>
              <a:lumOff val="60000"/>
            </a:schemeClr>
          </a:solidFill>
        </p:spPr>
        <p:txBody>
          <a:bodyPr wrap="square">
            <a:noAutofit/>
          </a:bodyPr>
          <a:lstStyle>
            <a:lvl1pPr marL="0" indent="0">
              <a:buNone/>
              <a:defRPr/>
            </a:lvl1pPr>
          </a:lstStyle>
          <a:p>
            <a:r>
              <a:rPr lang="en-US" dirty="0"/>
              <a:t>Image</a:t>
            </a:r>
            <a:endParaRPr lang="en-FI" dirty="0"/>
          </a:p>
        </p:txBody>
      </p:sp>
      <p:sp>
        <p:nvSpPr>
          <p:cNvPr id="7" name="Footer Placeholder 6">
            <a:extLst>
              <a:ext uri="{FF2B5EF4-FFF2-40B4-BE49-F238E27FC236}">
                <a16:creationId xmlns:a16="http://schemas.microsoft.com/office/drawing/2014/main" id="{FCC25E28-1D46-8539-26AB-47F24668D364}"/>
              </a:ext>
            </a:extLst>
          </p:cNvPr>
          <p:cNvSpPr>
            <a:spLocks noGrp="1"/>
          </p:cNvSpPr>
          <p:nvPr>
            <p:ph type="ftr" sz="quarter" idx="15"/>
          </p:nvPr>
        </p:nvSpPr>
        <p:spPr/>
        <p:txBody>
          <a:bodyPr/>
          <a:lstStyle/>
          <a:p>
            <a:endParaRPr lang="en-FI" dirty="0"/>
          </a:p>
        </p:txBody>
      </p:sp>
      <p:sp>
        <p:nvSpPr>
          <p:cNvPr id="11" name="Slide Number Placeholder 10">
            <a:extLst>
              <a:ext uri="{FF2B5EF4-FFF2-40B4-BE49-F238E27FC236}">
                <a16:creationId xmlns:a16="http://schemas.microsoft.com/office/drawing/2014/main" id="{B8F06970-6D62-5E05-3A2F-D772C9492836}"/>
              </a:ext>
            </a:extLst>
          </p:cNvPr>
          <p:cNvSpPr>
            <a:spLocks noGrp="1"/>
          </p:cNvSpPr>
          <p:nvPr>
            <p:ph type="sldNum" sz="quarter" idx="16"/>
          </p:nvPr>
        </p:nvSpPr>
        <p:spPr/>
        <p:txBody>
          <a:bodyPr/>
          <a:lstStyle/>
          <a:p>
            <a:fld id="{8460F52F-7CAE-844F-8A72-CAF89AA35A71}" type="slidenum">
              <a:rPr lang="en-FI" smtClean="0"/>
              <a:pPr/>
              <a:t>‹#›</a:t>
            </a:fld>
            <a:endParaRPr lang="en-FI" dirty="0"/>
          </a:p>
        </p:txBody>
      </p:sp>
      <p:cxnSp>
        <p:nvCxnSpPr>
          <p:cNvPr id="6" name="Straight Connector 5">
            <a:extLst>
              <a:ext uri="{FF2B5EF4-FFF2-40B4-BE49-F238E27FC236}">
                <a16:creationId xmlns:a16="http://schemas.microsoft.com/office/drawing/2014/main" id="{133AEC3A-2344-3824-B371-A520CDE120FB}"/>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Date Placeholder 3">
            <a:extLst>
              <a:ext uri="{FF2B5EF4-FFF2-40B4-BE49-F238E27FC236}">
                <a16:creationId xmlns:a16="http://schemas.microsoft.com/office/drawing/2014/main" id="{C32B004A-EA90-6FA9-89DB-BB0D896108E8}"/>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1576844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1_Section Header Concrete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558800" y="1368979"/>
            <a:ext cx="10363758" cy="2601595"/>
          </a:xfrm>
        </p:spPr>
        <p:txBody>
          <a:bodyPr anchor="b"/>
          <a:lstStyle>
            <a:lvl1pPr>
              <a:defRPr sz="6000" cap="none" baseline="0">
                <a:solidFill>
                  <a:schemeClr val="tx1"/>
                </a:solidFill>
              </a:defRPr>
            </a:lvl1pPr>
          </a:lstStyle>
          <a:p>
            <a:r>
              <a:rPr lang="en-US" dirty="0"/>
              <a:t>Section heading lorem ipsum</a:t>
            </a:r>
            <a:endParaRPr lang="en-FI" dirty="0"/>
          </a:p>
        </p:txBody>
      </p:sp>
      <p:sp>
        <p:nvSpPr>
          <p:cNvPr id="3" name="Text Placeholder 2">
            <a:extLst>
              <a:ext uri="{FF2B5EF4-FFF2-40B4-BE49-F238E27FC236}">
                <a16:creationId xmlns:a16="http://schemas.microsoft.com/office/drawing/2014/main" id="{F09C82AC-ADB1-0525-9D7B-EDC46120429E}"/>
              </a:ext>
            </a:extLst>
          </p:cNvPr>
          <p:cNvSpPr>
            <a:spLocks noGrp="1"/>
          </p:cNvSpPr>
          <p:nvPr>
            <p:ph type="body" idx="1" hasCustomPrompt="1"/>
          </p:nvPr>
        </p:nvSpPr>
        <p:spPr>
          <a:xfrm>
            <a:off x="558800" y="4117008"/>
            <a:ext cx="10363758" cy="1674192"/>
          </a:xfrm>
        </p:spPr>
        <p:txBody>
          <a:bodyPr/>
          <a:lstStyle>
            <a:lvl1pPr marL="0" indent="0">
              <a:buNone/>
              <a:defRPr sz="240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dirty="0"/>
              <a:t>Subheading if needed lorem ipsum</a:t>
            </a:r>
            <a:endParaRPr lang="en-FI" dirty="0"/>
          </a:p>
        </p:txBody>
      </p:sp>
      <p:sp>
        <p:nvSpPr>
          <p:cNvPr id="7" name="Footer Placeholder 6">
            <a:extLst>
              <a:ext uri="{FF2B5EF4-FFF2-40B4-BE49-F238E27FC236}">
                <a16:creationId xmlns:a16="http://schemas.microsoft.com/office/drawing/2014/main" id="{528838CB-B20C-1AB9-6DB9-F4EFD6B90AD1}"/>
              </a:ext>
            </a:extLst>
          </p:cNvPr>
          <p:cNvSpPr>
            <a:spLocks noGrp="1"/>
          </p:cNvSpPr>
          <p:nvPr>
            <p:ph type="ftr" sz="quarter" idx="11"/>
          </p:nvPr>
        </p:nvSpPr>
        <p:spPr/>
        <p:txBody>
          <a:bodyPr/>
          <a:lstStyle/>
          <a:p>
            <a:endParaRPr lang="en-FI" dirty="0"/>
          </a:p>
        </p:txBody>
      </p:sp>
      <p:sp>
        <p:nvSpPr>
          <p:cNvPr id="11" name="Slide Number Placeholder 10">
            <a:extLst>
              <a:ext uri="{FF2B5EF4-FFF2-40B4-BE49-F238E27FC236}">
                <a16:creationId xmlns:a16="http://schemas.microsoft.com/office/drawing/2014/main" id="{EF1BEF68-D759-3A7C-67CE-41344CF239E2}"/>
              </a:ext>
            </a:extLst>
          </p:cNvPr>
          <p:cNvSpPr>
            <a:spLocks noGrp="1"/>
          </p:cNvSpPr>
          <p:nvPr>
            <p:ph type="sldNum" sz="quarter" idx="12"/>
          </p:nvPr>
        </p:nvSpPr>
        <p:spPr/>
        <p:txBody>
          <a:bodyPr/>
          <a:lstStyle/>
          <a:p>
            <a:fld id="{8460F52F-7CAE-844F-8A72-CAF89AA35A71}" type="slidenum">
              <a:rPr lang="en-FI" smtClean="0"/>
              <a:pPr/>
              <a:t>‹#›</a:t>
            </a:fld>
            <a:endParaRPr lang="en-FI" dirty="0"/>
          </a:p>
        </p:txBody>
      </p:sp>
      <p:cxnSp>
        <p:nvCxnSpPr>
          <p:cNvPr id="6" name="Straight Connector 5">
            <a:extLst>
              <a:ext uri="{FF2B5EF4-FFF2-40B4-BE49-F238E27FC236}">
                <a16:creationId xmlns:a16="http://schemas.microsoft.com/office/drawing/2014/main" id="{ED5F92FB-FC3C-8EF8-572D-30A083DE1F45}"/>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Date Placeholder 3">
            <a:extLst>
              <a:ext uri="{FF2B5EF4-FFF2-40B4-BE49-F238E27FC236}">
                <a16:creationId xmlns:a16="http://schemas.microsoft.com/office/drawing/2014/main" id="{33FB5405-CFDF-4908-DD04-CBC1387E035B}"/>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24293760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404407"/>
            <a:ext cx="11700470" cy="918533"/>
          </a:xfrm>
          <a:prstGeom prst="rect">
            <a:avLst/>
          </a:prstGeom>
        </p:spPr>
        <p:txBody>
          <a:bodyPr/>
          <a:lstStyle/>
          <a:p>
            <a:r>
              <a:rPr lang="en-US" dirty="0"/>
              <a:t>Click to edit Master title style</a:t>
            </a:r>
            <a:endParaRPr lang="en-FI" dirty="0"/>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80" y="1464893"/>
            <a:ext cx="11700469" cy="4351327"/>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cxnSp>
        <p:nvCxnSpPr>
          <p:cNvPr id="9" name="Straight Connector 8">
            <a:extLst>
              <a:ext uri="{FF2B5EF4-FFF2-40B4-BE49-F238E27FC236}">
                <a16:creationId xmlns:a16="http://schemas.microsoft.com/office/drawing/2014/main" id="{5724C46F-77DB-CF1D-CE44-FDFA517AC7FA}"/>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Footer Placeholder 10">
            <a:extLst>
              <a:ext uri="{FF2B5EF4-FFF2-40B4-BE49-F238E27FC236}">
                <a16:creationId xmlns:a16="http://schemas.microsoft.com/office/drawing/2014/main" id="{83942940-81F1-12FF-DC8C-2D018AD872EF}"/>
              </a:ext>
            </a:extLst>
          </p:cNvPr>
          <p:cNvSpPr>
            <a:spLocks noGrp="1"/>
          </p:cNvSpPr>
          <p:nvPr>
            <p:ph type="ftr" sz="quarter" idx="11"/>
          </p:nvPr>
        </p:nvSpPr>
        <p:spPr>
          <a:xfrm>
            <a:off x="1762893" y="6482080"/>
            <a:ext cx="3817776" cy="256466"/>
          </a:xfrm>
          <a:prstGeom prst="rect">
            <a:avLst/>
          </a:prstGeom>
        </p:spPr>
        <p:txBody>
          <a:bodyPr/>
          <a:lstStyle>
            <a:lvl1pPr>
              <a:defRPr>
                <a:solidFill>
                  <a:schemeClr val="tx2"/>
                </a:solidFill>
              </a:defRPr>
            </a:lvl1pPr>
          </a:lstStyle>
          <a:p>
            <a:endParaRPr lang="en-FI" dirty="0"/>
          </a:p>
        </p:txBody>
      </p:sp>
      <p:sp>
        <p:nvSpPr>
          <p:cNvPr id="12" name="Slide Number Placeholder 11">
            <a:extLst>
              <a:ext uri="{FF2B5EF4-FFF2-40B4-BE49-F238E27FC236}">
                <a16:creationId xmlns:a16="http://schemas.microsoft.com/office/drawing/2014/main" id="{2766B125-B1DF-0D84-721C-C5F396F34886}"/>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pPr/>
              <a:t>‹#›</a:t>
            </a:fld>
            <a:endParaRPr lang="en-FI"/>
          </a:p>
        </p:txBody>
      </p:sp>
      <p:sp>
        <p:nvSpPr>
          <p:cNvPr id="4" name="Date Placeholder 3">
            <a:extLst>
              <a:ext uri="{FF2B5EF4-FFF2-40B4-BE49-F238E27FC236}">
                <a16:creationId xmlns:a16="http://schemas.microsoft.com/office/drawing/2014/main" id="{8911F25A-447B-3272-CCE1-735BFEC58B52}"/>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829795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290233"/>
            <a:ext cx="6268720" cy="1032707"/>
          </a:xfrm>
          <a:prstGeom prst="rect">
            <a:avLst/>
          </a:prstGeom>
        </p:spPr>
        <p:txBody>
          <a:bodyPr/>
          <a:lstStyle/>
          <a:p>
            <a:r>
              <a:rPr lang="en-US" dirty="0"/>
              <a:t>Click to edit Master title style</a:t>
            </a:r>
            <a:endParaRPr lang="en-FI" dirty="0"/>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80" y="1465382"/>
            <a:ext cx="6268720" cy="4793669"/>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sp>
        <p:nvSpPr>
          <p:cNvPr id="6" name="Picture Placeholder 5">
            <a:extLst>
              <a:ext uri="{FF2B5EF4-FFF2-40B4-BE49-F238E27FC236}">
                <a16:creationId xmlns:a16="http://schemas.microsoft.com/office/drawing/2014/main" id="{5286ECF9-1571-F6B3-F857-FDD5A0FE8266}"/>
              </a:ext>
            </a:extLst>
          </p:cNvPr>
          <p:cNvSpPr>
            <a:spLocks noGrp="1"/>
          </p:cNvSpPr>
          <p:nvPr>
            <p:ph type="pic" sz="quarter" idx="13" hasCustomPrompt="1"/>
          </p:nvPr>
        </p:nvSpPr>
        <p:spPr>
          <a:xfrm>
            <a:off x="6908800" y="138997"/>
            <a:ext cx="5127625" cy="6116428"/>
          </a:xfrm>
          <a:solidFill>
            <a:schemeClr val="accent6"/>
          </a:solidFill>
        </p:spPr>
        <p:txBody>
          <a:bodyPr/>
          <a:lstStyle>
            <a:lvl1pPr marL="0" indent="0">
              <a:buNone/>
              <a:defRPr/>
            </a:lvl1pPr>
          </a:lstStyle>
          <a:p>
            <a:r>
              <a:rPr lang="en-FI" dirty="0"/>
              <a:t>Image</a:t>
            </a:r>
          </a:p>
        </p:txBody>
      </p:sp>
      <p:cxnSp>
        <p:nvCxnSpPr>
          <p:cNvPr id="17" name="Straight Connector 16">
            <a:extLst>
              <a:ext uri="{FF2B5EF4-FFF2-40B4-BE49-F238E27FC236}">
                <a16:creationId xmlns:a16="http://schemas.microsoft.com/office/drawing/2014/main" id="{7E3F76EA-DD93-9279-DE20-60DF5459591B}"/>
              </a:ext>
            </a:extLst>
          </p:cNvPr>
          <p:cNvCxnSpPr/>
          <p:nvPr userDrawn="1"/>
        </p:nvCxnSpPr>
        <p:spPr>
          <a:xfrm>
            <a:off x="0" y="6400907"/>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23" name="Footer Placeholder 22">
            <a:extLst>
              <a:ext uri="{FF2B5EF4-FFF2-40B4-BE49-F238E27FC236}">
                <a16:creationId xmlns:a16="http://schemas.microsoft.com/office/drawing/2014/main" id="{D0D0C178-892A-55A0-D81D-895DBFD1C3CC}"/>
              </a:ext>
            </a:extLst>
          </p:cNvPr>
          <p:cNvSpPr>
            <a:spLocks noGrp="1"/>
          </p:cNvSpPr>
          <p:nvPr>
            <p:ph type="ftr" sz="quarter" idx="15"/>
          </p:nvPr>
        </p:nvSpPr>
        <p:spPr>
          <a:xfrm>
            <a:off x="1762893" y="6482080"/>
            <a:ext cx="3817776" cy="256466"/>
          </a:xfrm>
          <a:prstGeom prst="rect">
            <a:avLst/>
          </a:prstGeom>
        </p:spPr>
        <p:txBody>
          <a:bodyPr/>
          <a:lstStyle/>
          <a:p>
            <a:endParaRPr lang="en-FI" dirty="0"/>
          </a:p>
        </p:txBody>
      </p:sp>
      <p:sp>
        <p:nvSpPr>
          <p:cNvPr id="24" name="Slide Number Placeholder 23">
            <a:extLst>
              <a:ext uri="{FF2B5EF4-FFF2-40B4-BE49-F238E27FC236}">
                <a16:creationId xmlns:a16="http://schemas.microsoft.com/office/drawing/2014/main" id="{20BF3407-F127-5272-9F79-454AD35AA9C6}"/>
              </a:ext>
            </a:extLst>
          </p:cNvPr>
          <p:cNvSpPr>
            <a:spLocks noGrp="1"/>
          </p:cNvSpPr>
          <p:nvPr>
            <p:ph type="sldNum" sz="quarter" idx="16"/>
          </p:nvPr>
        </p:nvSpPr>
        <p:spPr>
          <a:xfrm>
            <a:off x="11261034" y="6482079"/>
            <a:ext cx="774715" cy="236923"/>
          </a:xfrm>
          <a:prstGeom prst="rect">
            <a:avLst/>
          </a:prstGeom>
        </p:spPr>
        <p:txBody>
          <a:bodyPr/>
          <a:lstStyle/>
          <a:p>
            <a:fld id="{8460F52F-7CAE-844F-8A72-CAF89AA35A71}" type="slidenum">
              <a:rPr lang="en-FI" smtClean="0"/>
              <a:pPr/>
              <a:t>‹#›</a:t>
            </a:fld>
            <a:endParaRPr lang="en-FI" dirty="0"/>
          </a:p>
        </p:txBody>
      </p:sp>
      <p:sp>
        <p:nvSpPr>
          <p:cNvPr id="4" name="Date Placeholder 3">
            <a:extLst>
              <a:ext uri="{FF2B5EF4-FFF2-40B4-BE49-F238E27FC236}">
                <a16:creationId xmlns:a16="http://schemas.microsoft.com/office/drawing/2014/main" id="{84BCCC44-7B57-67C8-E783-E6882DB2A184}"/>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4053455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image shape">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A78B26BC-1F3B-C567-4254-9EF16119C863}"/>
              </a:ext>
            </a:extLst>
          </p:cNvPr>
          <p:cNvSpPr>
            <a:spLocks noGrp="1"/>
          </p:cNvSpPr>
          <p:nvPr>
            <p:ph type="pic" sz="quarter" idx="13" hasCustomPrompt="1"/>
          </p:nvPr>
        </p:nvSpPr>
        <p:spPr>
          <a:xfrm>
            <a:off x="5274923" y="-11201"/>
            <a:ext cx="6928297" cy="6399850"/>
          </a:xfrm>
          <a:custGeom>
            <a:avLst/>
            <a:gdLst>
              <a:gd name="connsiteX0" fmla="*/ 2104263 w 6533506"/>
              <a:gd name="connsiteY0" fmla="*/ 0 h 5745042"/>
              <a:gd name="connsiteX1" fmla="*/ 3437821 w 6533506"/>
              <a:gd name="connsiteY1" fmla="*/ 0 h 5745042"/>
              <a:gd name="connsiteX2" fmla="*/ 3459277 w 6533506"/>
              <a:gd name="connsiteY2" fmla="*/ 764340 h 5745042"/>
              <a:gd name="connsiteX3" fmla="*/ 3994151 w 6533506"/>
              <a:gd name="connsiteY3" fmla="*/ 0 h 5745042"/>
              <a:gd name="connsiteX4" fmla="*/ 5213724 w 6533506"/>
              <a:gd name="connsiteY4" fmla="*/ 0 h 5745042"/>
              <a:gd name="connsiteX5" fmla="*/ 5198120 w 6533506"/>
              <a:gd name="connsiteY5" fmla="*/ 764340 h 5745042"/>
              <a:gd name="connsiteX6" fmla="*/ 5770054 w 6533506"/>
              <a:gd name="connsiteY6" fmla="*/ 0 h 5745042"/>
              <a:gd name="connsiteX7" fmla="*/ 6533506 w 6533506"/>
              <a:gd name="connsiteY7" fmla="*/ 0 h 5745042"/>
              <a:gd name="connsiteX8" fmla="*/ 6523346 w 6533506"/>
              <a:gd name="connsiteY8" fmla="*/ 3166961 h 5745042"/>
              <a:gd name="connsiteX9" fmla="*/ 5034884 w 6533506"/>
              <a:gd name="connsiteY9" fmla="*/ 5745042 h 5745042"/>
              <a:gd name="connsiteX10" fmla="*/ 3701326 w 6533506"/>
              <a:gd name="connsiteY10" fmla="*/ 5745042 h 5745042"/>
              <a:gd name="connsiteX11" fmla="*/ 3757648 w 6533506"/>
              <a:gd name="connsiteY11" fmla="*/ 4403852 h 5745042"/>
              <a:gd name="connsiteX12" fmla="*/ 2705638 w 6533506"/>
              <a:gd name="connsiteY12" fmla="*/ 5271717 h 5745042"/>
              <a:gd name="connsiteX13" fmla="*/ 2278653 w 6533506"/>
              <a:gd name="connsiteY13" fmla="*/ 4403852 h 5745042"/>
              <a:gd name="connsiteX14" fmla="*/ 1369094 w 6533506"/>
              <a:gd name="connsiteY14" fmla="*/ 5745042 h 5745042"/>
              <a:gd name="connsiteX15" fmla="*/ 35536 w 6533506"/>
              <a:gd name="connsiteY15" fmla="*/ 5745042 h 5745042"/>
              <a:gd name="connsiteX16" fmla="*/ 514819 w 6533506"/>
              <a:gd name="connsiteY16" fmla="*/ 2872552 h 5745042"/>
              <a:gd name="connsiteX17" fmla="*/ 2104263 w 6533506"/>
              <a:gd name="connsiteY17" fmla="*/ 0 h 5745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33506" h="5745042">
                <a:moveTo>
                  <a:pt x="2104263" y="0"/>
                </a:moveTo>
                <a:lnTo>
                  <a:pt x="3437821" y="0"/>
                </a:lnTo>
                <a:cubicBezTo>
                  <a:pt x="3476466" y="207354"/>
                  <a:pt x="3483598" y="466074"/>
                  <a:pt x="3459277" y="764340"/>
                </a:cubicBezTo>
                <a:cubicBezTo>
                  <a:pt x="3635496" y="467476"/>
                  <a:pt x="3816957" y="208268"/>
                  <a:pt x="3994151" y="0"/>
                </a:cubicBezTo>
                <a:lnTo>
                  <a:pt x="5213724" y="0"/>
                </a:lnTo>
                <a:cubicBezTo>
                  <a:pt x="5240910" y="208268"/>
                  <a:pt x="5235729" y="467476"/>
                  <a:pt x="5198120" y="764340"/>
                </a:cubicBezTo>
                <a:cubicBezTo>
                  <a:pt x="5388602" y="466074"/>
                  <a:pt x="5582071" y="207415"/>
                  <a:pt x="5770054" y="0"/>
                </a:cubicBezTo>
                <a:lnTo>
                  <a:pt x="6533506" y="0"/>
                </a:lnTo>
                <a:cubicBezTo>
                  <a:pt x="6530119" y="1055654"/>
                  <a:pt x="6526733" y="2111307"/>
                  <a:pt x="6523346" y="3166961"/>
                </a:cubicBezTo>
                <a:cubicBezTo>
                  <a:pt x="6099287" y="4268198"/>
                  <a:pt x="5551533" y="5175078"/>
                  <a:pt x="5034884" y="5745042"/>
                </a:cubicBezTo>
                <a:lnTo>
                  <a:pt x="3701326" y="5745042"/>
                </a:lnTo>
                <a:cubicBezTo>
                  <a:pt x="3639519" y="5413264"/>
                  <a:pt x="3658354" y="4950175"/>
                  <a:pt x="3757648" y="4403852"/>
                </a:cubicBezTo>
                <a:cubicBezTo>
                  <a:pt x="3376379" y="4939512"/>
                  <a:pt x="2995049" y="5271717"/>
                  <a:pt x="2705638" y="5271717"/>
                </a:cubicBezTo>
                <a:cubicBezTo>
                  <a:pt x="2416227" y="5271717"/>
                  <a:pt x="2274082" y="4939572"/>
                  <a:pt x="2278653" y="4403852"/>
                </a:cubicBezTo>
                <a:cubicBezTo>
                  <a:pt x="1984488" y="4950175"/>
                  <a:pt x="1669842" y="5413264"/>
                  <a:pt x="1369094" y="5745042"/>
                </a:cubicBezTo>
                <a:lnTo>
                  <a:pt x="35536" y="5745042"/>
                </a:lnTo>
                <a:cubicBezTo>
                  <a:pt x="-78388" y="5133399"/>
                  <a:pt x="81678" y="4075364"/>
                  <a:pt x="514819" y="2872552"/>
                </a:cubicBezTo>
                <a:cubicBezTo>
                  <a:pt x="947961" y="1669740"/>
                  <a:pt x="1549823" y="611643"/>
                  <a:pt x="2104263" y="0"/>
                </a:cubicBezTo>
                <a:close/>
              </a:path>
            </a:pathLst>
          </a:custGeom>
          <a:solidFill>
            <a:schemeClr val="accent6"/>
          </a:solidFill>
        </p:spPr>
        <p:txBody>
          <a:bodyPr wrap="square">
            <a:noAutofit/>
          </a:bodyPr>
          <a:lstStyle>
            <a:lvl1pPr marL="0" indent="0">
              <a:buNone/>
              <a:defRPr/>
            </a:lvl1pPr>
          </a:lstStyle>
          <a:p>
            <a:r>
              <a:rPr lang="en-US" dirty="0"/>
              <a:t>Image</a:t>
            </a:r>
            <a:endParaRPr lang="en-FI" dirty="0"/>
          </a:p>
        </p:txBody>
      </p:sp>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551961"/>
            <a:ext cx="5071607" cy="776263"/>
          </a:xfrm>
          <a:prstGeom prst="rect">
            <a:avLst/>
          </a:prstGeom>
        </p:spPr>
        <p:txBody>
          <a:bodyPr/>
          <a:lstStyle/>
          <a:p>
            <a:r>
              <a:rPr lang="en-US" dirty="0"/>
              <a:t>Click to edit Master title style</a:t>
            </a:r>
            <a:endParaRPr lang="en-FI" dirty="0"/>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80" y="1460129"/>
            <a:ext cx="4830669" cy="4543351"/>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sp>
        <p:nvSpPr>
          <p:cNvPr id="20" name="Footer Placeholder 19">
            <a:extLst>
              <a:ext uri="{FF2B5EF4-FFF2-40B4-BE49-F238E27FC236}">
                <a16:creationId xmlns:a16="http://schemas.microsoft.com/office/drawing/2014/main" id="{77B95FC4-5E29-A75C-65D6-ED57B6A93AAE}"/>
              </a:ext>
            </a:extLst>
          </p:cNvPr>
          <p:cNvSpPr>
            <a:spLocks noGrp="1"/>
          </p:cNvSpPr>
          <p:nvPr>
            <p:ph type="ftr" sz="quarter" idx="15"/>
          </p:nvPr>
        </p:nvSpPr>
        <p:spPr>
          <a:xfrm>
            <a:off x="1762893" y="6482080"/>
            <a:ext cx="3817776" cy="256466"/>
          </a:xfrm>
          <a:prstGeom prst="rect">
            <a:avLst/>
          </a:prstGeom>
        </p:spPr>
        <p:txBody>
          <a:bodyPr/>
          <a:lstStyle/>
          <a:p>
            <a:endParaRPr lang="en-FI" dirty="0"/>
          </a:p>
        </p:txBody>
      </p:sp>
      <p:sp>
        <p:nvSpPr>
          <p:cNvPr id="21" name="Slide Number Placeholder 20">
            <a:extLst>
              <a:ext uri="{FF2B5EF4-FFF2-40B4-BE49-F238E27FC236}">
                <a16:creationId xmlns:a16="http://schemas.microsoft.com/office/drawing/2014/main" id="{19B0323A-384B-FB33-8CE0-4A60F6835C40}"/>
              </a:ext>
            </a:extLst>
          </p:cNvPr>
          <p:cNvSpPr>
            <a:spLocks noGrp="1"/>
          </p:cNvSpPr>
          <p:nvPr>
            <p:ph type="sldNum" sz="quarter" idx="16"/>
          </p:nvPr>
        </p:nvSpPr>
        <p:spPr>
          <a:xfrm>
            <a:off x="11261034" y="6482079"/>
            <a:ext cx="774715" cy="236923"/>
          </a:xfrm>
          <a:prstGeom prst="rect">
            <a:avLst/>
          </a:prstGeom>
        </p:spPr>
        <p:txBody>
          <a:bodyPr/>
          <a:lstStyle/>
          <a:p>
            <a:fld id="{8460F52F-7CAE-844F-8A72-CAF89AA35A71}" type="slidenum">
              <a:rPr lang="en-FI" smtClean="0"/>
              <a:pPr/>
              <a:t>‹#›</a:t>
            </a:fld>
            <a:endParaRPr lang="en-FI" dirty="0"/>
          </a:p>
        </p:txBody>
      </p:sp>
      <p:cxnSp>
        <p:nvCxnSpPr>
          <p:cNvPr id="24" name="Straight Connector 23">
            <a:extLst>
              <a:ext uri="{FF2B5EF4-FFF2-40B4-BE49-F238E27FC236}">
                <a16:creationId xmlns:a16="http://schemas.microsoft.com/office/drawing/2014/main" id="{40E3B16E-80C5-2E54-3339-D199E56E208D}"/>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DF56612E-A49B-8D74-DEE3-DADFD9ABF0D1}"/>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16733033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image shape 2">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F4998A7F-9C4C-2653-3756-8497C812B2F8}"/>
              </a:ext>
            </a:extLst>
          </p:cNvPr>
          <p:cNvSpPr>
            <a:spLocks noGrp="1"/>
          </p:cNvSpPr>
          <p:nvPr>
            <p:ph type="pic" sz="quarter" idx="13" hasCustomPrompt="1"/>
          </p:nvPr>
        </p:nvSpPr>
        <p:spPr>
          <a:xfrm>
            <a:off x="8706678" y="-11220"/>
            <a:ext cx="3485322" cy="6401163"/>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accent6"/>
          </a:solidFill>
        </p:spPr>
        <p:txBody>
          <a:bodyPr wrap="square">
            <a:noAutofit/>
          </a:bodyPr>
          <a:lstStyle>
            <a:lvl1pPr marL="0" indent="0">
              <a:buNone/>
              <a:defRPr/>
            </a:lvl1pPr>
          </a:lstStyle>
          <a:p>
            <a:r>
              <a:rPr lang="en-US" dirty="0"/>
              <a:t>Image</a:t>
            </a:r>
            <a:endParaRPr lang="en-FI" dirty="0"/>
          </a:p>
        </p:txBody>
      </p:sp>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546677"/>
            <a:ext cx="7716108" cy="776263"/>
          </a:xfrm>
          <a:prstGeom prst="rect">
            <a:avLst/>
          </a:prstGeom>
        </p:spPr>
        <p:txBody>
          <a:bodyPr/>
          <a:lstStyle/>
          <a:p>
            <a:r>
              <a:rPr lang="en-US"/>
              <a:t>Click to edit Master title style</a:t>
            </a:r>
            <a:endParaRPr lang="en-FI" dirty="0"/>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80" y="1454845"/>
            <a:ext cx="7716109" cy="4850265"/>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sp>
        <p:nvSpPr>
          <p:cNvPr id="13" name="Footer Placeholder 12">
            <a:extLst>
              <a:ext uri="{FF2B5EF4-FFF2-40B4-BE49-F238E27FC236}">
                <a16:creationId xmlns:a16="http://schemas.microsoft.com/office/drawing/2014/main" id="{0872C82B-1A95-F488-6987-8D36D7085FDD}"/>
              </a:ext>
            </a:extLst>
          </p:cNvPr>
          <p:cNvSpPr>
            <a:spLocks noGrp="1"/>
          </p:cNvSpPr>
          <p:nvPr>
            <p:ph type="ftr" sz="quarter" idx="15"/>
          </p:nvPr>
        </p:nvSpPr>
        <p:spPr>
          <a:xfrm>
            <a:off x="1762893" y="6482080"/>
            <a:ext cx="3817776" cy="256466"/>
          </a:xfrm>
          <a:prstGeom prst="rect">
            <a:avLst/>
          </a:prstGeom>
        </p:spPr>
        <p:txBody>
          <a:bodyPr/>
          <a:lstStyle/>
          <a:p>
            <a:endParaRPr lang="en-FI" dirty="0"/>
          </a:p>
        </p:txBody>
      </p:sp>
      <p:sp>
        <p:nvSpPr>
          <p:cNvPr id="14" name="Slide Number Placeholder 13">
            <a:extLst>
              <a:ext uri="{FF2B5EF4-FFF2-40B4-BE49-F238E27FC236}">
                <a16:creationId xmlns:a16="http://schemas.microsoft.com/office/drawing/2014/main" id="{5920E6D2-5378-3308-6BA1-B71C996B39C5}"/>
              </a:ext>
            </a:extLst>
          </p:cNvPr>
          <p:cNvSpPr>
            <a:spLocks noGrp="1"/>
          </p:cNvSpPr>
          <p:nvPr>
            <p:ph type="sldNum" sz="quarter" idx="16"/>
          </p:nvPr>
        </p:nvSpPr>
        <p:spPr>
          <a:xfrm>
            <a:off x="11261034" y="6482079"/>
            <a:ext cx="774715" cy="236923"/>
          </a:xfrm>
          <a:prstGeom prst="rect">
            <a:avLst/>
          </a:prstGeom>
        </p:spPr>
        <p:txBody>
          <a:bodyPr/>
          <a:lstStyle/>
          <a:p>
            <a:fld id="{8460F52F-7CAE-844F-8A72-CAF89AA35A71}" type="slidenum">
              <a:rPr lang="en-FI" smtClean="0"/>
              <a:pPr/>
              <a:t>‹#›</a:t>
            </a:fld>
            <a:endParaRPr lang="en-FI" dirty="0"/>
          </a:p>
        </p:txBody>
      </p:sp>
      <p:cxnSp>
        <p:nvCxnSpPr>
          <p:cNvPr id="17" name="Straight Connector 16">
            <a:extLst>
              <a:ext uri="{FF2B5EF4-FFF2-40B4-BE49-F238E27FC236}">
                <a16:creationId xmlns:a16="http://schemas.microsoft.com/office/drawing/2014/main" id="{47FE8D62-FD1B-AD09-6441-0DBA7641FCDA}"/>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D2FFA57F-5B5E-B1EF-0F56-58C8AF97AA1D}"/>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2019907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x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404407"/>
            <a:ext cx="11700470" cy="918533"/>
          </a:xfrm>
          <a:prstGeom prst="rect">
            <a:avLst/>
          </a:prstGeom>
        </p:spPr>
        <p:txBody>
          <a:bodyPr/>
          <a:lstStyle/>
          <a:p>
            <a:r>
              <a:rPr lang="en-US" dirty="0"/>
              <a:t>Click to edit Master title style</a:t>
            </a:r>
            <a:endParaRPr lang="en-FI" dirty="0"/>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26" y="1454843"/>
            <a:ext cx="5627272" cy="4826541"/>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sp>
        <p:nvSpPr>
          <p:cNvPr id="11" name="Footer Placeholder 10">
            <a:extLst>
              <a:ext uri="{FF2B5EF4-FFF2-40B4-BE49-F238E27FC236}">
                <a16:creationId xmlns:a16="http://schemas.microsoft.com/office/drawing/2014/main" id="{83942940-81F1-12FF-DC8C-2D018AD872EF}"/>
              </a:ext>
            </a:extLst>
          </p:cNvPr>
          <p:cNvSpPr>
            <a:spLocks noGrp="1"/>
          </p:cNvSpPr>
          <p:nvPr>
            <p:ph type="ftr" sz="quarter" idx="11"/>
          </p:nvPr>
        </p:nvSpPr>
        <p:spPr>
          <a:xfrm>
            <a:off x="1762893" y="6482080"/>
            <a:ext cx="3817776" cy="256466"/>
          </a:xfrm>
          <a:prstGeom prst="rect">
            <a:avLst/>
          </a:prstGeom>
        </p:spPr>
        <p:txBody>
          <a:bodyPr/>
          <a:lstStyle>
            <a:lvl1pPr>
              <a:defRPr>
                <a:solidFill>
                  <a:schemeClr val="tx2"/>
                </a:solidFill>
              </a:defRPr>
            </a:lvl1pPr>
          </a:lstStyle>
          <a:p>
            <a:endParaRPr lang="en-FI" dirty="0"/>
          </a:p>
        </p:txBody>
      </p:sp>
      <p:sp>
        <p:nvSpPr>
          <p:cNvPr id="12" name="Slide Number Placeholder 11">
            <a:extLst>
              <a:ext uri="{FF2B5EF4-FFF2-40B4-BE49-F238E27FC236}">
                <a16:creationId xmlns:a16="http://schemas.microsoft.com/office/drawing/2014/main" id="{2766B125-B1DF-0D84-721C-C5F396F34886}"/>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pPr/>
              <a:t>‹#›</a:t>
            </a:fld>
            <a:endParaRPr lang="en-FI"/>
          </a:p>
        </p:txBody>
      </p:sp>
      <p:sp>
        <p:nvSpPr>
          <p:cNvPr id="4" name="Content Placeholder 2">
            <a:extLst>
              <a:ext uri="{FF2B5EF4-FFF2-40B4-BE49-F238E27FC236}">
                <a16:creationId xmlns:a16="http://schemas.microsoft.com/office/drawing/2014/main" id="{8C960676-A246-421A-39A7-9967F39CD5F6}"/>
              </a:ext>
            </a:extLst>
          </p:cNvPr>
          <p:cNvSpPr>
            <a:spLocks noGrp="1"/>
          </p:cNvSpPr>
          <p:nvPr>
            <p:ph idx="14"/>
          </p:nvPr>
        </p:nvSpPr>
        <p:spPr>
          <a:xfrm>
            <a:off x="6219562" y="1464926"/>
            <a:ext cx="5816188" cy="4826541"/>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cxnSp>
        <p:nvCxnSpPr>
          <p:cNvPr id="5" name="Straight Connector 4">
            <a:extLst>
              <a:ext uri="{FF2B5EF4-FFF2-40B4-BE49-F238E27FC236}">
                <a16:creationId xmlns:a16="http://schemas.microsoft.com/office/drawing/2014/main" id="{1836466E-2018-E790-8256-DCB7071ED64A}"/>
              </a:ext>
            </a:extLst>
          </p:cNvPr>
          <p:cNvCxnSpPr>
            <a:cxnSpLocks/>
          </p:cNvCxnSpPr>
          <p:nvPr userDrawn="1"/>
        </p:nvCxnSpPr>
        <p:spPr>
          <a:xfrm>
            <a:off x="6104511" y="1464926"/>
            <a:ext cx="0" cy="47760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FBD047E-50E7-4708-3E34-8CF08654664B}"/>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Date Placeholder 3">
            <a:extLst>
              <a:ext uri="{FF2B5EF4-FFF2-40B4-BE49-F238E27FC236}">
                <a16:creationId xmlns:a16="http://schemas.microsoft.com/office/drawing/2014/main" id="{7DBC30E6-90A6-FB82-AA1C-0852007C74C3}"/>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7558053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 subtitl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0B84B6-4287-FA12-D06E-034113040EE9}"/>
              </a:ext>
            </a:extLst>
          </p:cNvPr>
          <p:cNvSpPr>
            <a:spLocks noGrp="1"/>
          </p:cNvSpPr>
          <p:nvPr>
            <p:ph type="body" idx="1"/>
          </p:nvPr>
        </p:nvSpPr>
        <p:spPr>
          <a:xfrm>
            <a:off x="335279" y="1474287"/>
            <a:ext cx="5677163" cy="588086"/>
          </a:xfrm>
        </p:spPr>
        <p:txBody>
          <a:bodyPr anchor="b"/>
          <a:lstStyle>
            <a:lvl1pPr marL="0" indent="0">
              <a:buNone/>
              <a:defRPr sz="25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E02DFDF1-877E-B79A-BBB0-4C72D93869A7}"/>
              </a:ext>
            </a:extLst>
          </p:cNvPr>
          <p:cNvSpPr>
            <a:spLocks noGrp="1"/>
          </p:cNvSpPr>
          <p:nvPr>
            <p:ph type="body" sz="quarter" idx="3"/>
          </p:nvPr>
        </p:nvSpPr>
        <p:spPr>
          <a:xfrm>
            <a:off x="6234745" y="1447057"/>
            <a:ext cx="5661269" cy="615315"/>
          </a:xfrm>
        </p:spPr>
        <p:txBody>
          <a:bodyPr anchor="b"/>
          <a:lstStyle>
            <a:lvl1pPr marL="0" indent="0">
              <a:buNone/>
              <a:defRPr sz="25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Footer Placeholder 7">
            <a:extLst>
              <a:ext uri="{FF2B5EF4-FFF2-40B4-BE49-F238E27FC236}">
                <a16:creationId xmlns:a16="http://schemas.microsoft.com/office/drawing/2014/main" id="{4CC0D047-00DC-9B45-6C26-0BD02FB79347}"/>
              </a:ext>
            </a:extLst>
          </p:cNvPr>
          <p:cNvSpPr>
            <a:spLocks noGrp="1"/>
          </p:cNvSpPr>
          <p:nvPr>
            <p:ph type="ftr" sz="quarter" idx="11"/>
          </p:nvPr>
        </p:nvSpPr>
        <p:spPr>
          <a:xfrm>
            <a:off x="1762893" y="6482080"/>
            <a:ext cx="3817776" cy="256466"/>
          </a:xfrm>
          <a:prstGeom prst="rect">
            <a:avLst/>
          </a:prstGeom>
        </p:spPr>
        <p:txBody>
          <a:bodyPr/>
          <a:lstStyle/>
          <a:p>
            <a:endParaRPr lang="en-FI"/>
          </a:p>
        </p:txBody>
      </p:sp>
      <p:sp>
        <p:nvSpPr>
          <p:cNvPr id="9" name="Slide Number Placeholder 8">
            <a:extLst>
              <a:ext uri="{FF2B5EF4-FFF2-40B4-BE49-F238E27FC236}">
                <a16:creationId xmlns:a16="http://schemas.microsoft.com/office/drawing/2014/main" id="{80EB4D28-A3D2-E242-7115-D1F637EBFB4F}"/>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t>‹#›</a:t>
            </a:fld>
            <a:endParaRPr lang="en-FI"/>
          </a:p>
        </p:txBody>
      </p:sp>
      <p:sp>
        <p:nvSpPr>
          <p:cNvPr id="14" name="Title 1">
            <a:extLst>
              <a:ext uri="{FF2B5EF4-FFF2-40B4-BE49-F238E27FC236}">
                <a16:creationId xmlns:a16="http://schemas.microsoft.com/office/drawing/2014/main" id="{C2DA0ACD-644D-1F05-B6FD-86E86241AAB3}"/>
              </a:ext>
            </a:extLst>
          </p:cNvPr>
          <p:cNvSpPr>
            <a:spLocks noGrp="1"/>
          </p:cNvSpPr>
          <p:nvPr>
            <p:ph type="title"/>
          </p:nvPr>
        </p:nvSpPr>
        <p:spPr>
          <a:xfrm>
            <a:off x="335280" y="313290"/>
            <a:ext cx="11048591" cy="1009651"/>
          </a:xfrm>
          <a:prstGeom prst="rect">
            <a:avLst/>
          </a:prstGeom>
        </p:spPr>
        <p:txBody>
          <a:bodyPr/>
          <a:lstStyle>
            <a:lvl1pPr>
              <a:defRPr>
                <a:solidFill>
                  <a:schemeClr val="tx1"/>
                </a:solidFill>
              </a:defRPr>
            </a:lvl1pPr>
          </a:lstStyle>
          <a:p>
            <a:r>
              <a:rPr lang="en-US" dirty="0"/>
              <a:t>Click to edit Master title style</a:t>
            </a:r>
            <a:endParaRPr lang="en-FI" dirty="0"/>
          </a:p>
        </p:txBody>
      </p:sp>
      <p:sp>
        <p:nvSpPr>
          <p:cNvPr id="15" name="Content Placeholder 2">
            <a:extLst>
              <a:ext uri="{FF2B5EF4-FFF2-40B4-BE49-F238E27FC236}">
                <a16:creationId xmlns:a16="http://schemas.microsoft.com/office/drawing/2014/main" id="{32E05EAB-211C-BB98-9379-095BC33C4F65}"/>
              </a:ext>
            </a:extLst>
          </p:cNvPr>
          <p:cNvSpPr>
            <a:spLocks noGrp="1"/>
          </p:cNvSpPr>
          <p:nvPr>
            <p:ph idx="13"/>
          </p:nvPr>
        </p:nvSpPr>
        <p:spPr>
          <a:xfrm>
            <a:off x="335280" y="2180870"/>
            <a:ext cx="5677166" cy="4136779"/>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cxnSp>
        <p:nvCxnSpPr>
          <p:cNvPr id="16" name="Straight Connector 15">
            <a:extLst>
              <a:ext uri="{FF2B5EF4-FFF2-40B4-BE49-F238E27FC236}">
                <a16:creationId xmlns:a16="http://schemas.microsoft.com/office/drawing/2014/main" id="{1B123589-3CAE-F769-38AD-7AA3594733A0}"/>
              </a:ext>
            </a:extLst>
          </p:cNvPr>
          <p:cNvCxnSpPr>
            <a:cxnSpLocks/>
          </p:cNvCxnSpPr>
          <p:nvPr userDrawn="1"/>
        </p:nvCxnSpPr>
        <p:spPr>
          <a:xfrm flipV="1">
            <a:off x="6129225" y="1479520"/>
            <a:ext cx="0" cy="4838129"/>
          </a:xfrm>
          <a:prstGeom prst="line">
            <a:avLst/>
          </a:prstGeom>
        </p:spPr>
        <p:style>
          <a:lnRef idx="2">
            <a:schemeClr val="accent1"/>
          </a:lnRef>
          <a:fillRef idx="0">
            <a:schemeClr val="accent1"/>
          </a:fillRef>
          <a:effectRef idx="1">
            <a:schemeClr val="accent1"/>
          </a:effectRef>
          <a:fontRef idx="minor">
            <a:schemeClr val="tx1"/>
          </a:fontRef>
        </p:style>
      </p:cxnSp>
      <p:sp>
        <p:nvSpPr>
          <p:cNvPr id="17" name="Content Placeholder 2">
            <a:extLst>
              <a:ext uri="{FF2B5EF4-FFF2-40B4-BE49-F238E27FC236}">
                <a16:creationId xmlns:a16="http://schemas.microsoft.com/office/drawing/2014/main" id="{9B7D11B7-F0F2-E8DE-5DD6-05ABDD4139A2}"/>
              </a:ext>
            </a:extLst>
          </p:cNvPr>
          <p:cNvSpPr>
            <a:spLocks noGrp="1"/>
          </p:cNvSpPr>
          <p:nvPr>
            <p:ph idx="14"/>
          </p:nvPr>
        </p:nvSpPr>
        <p:spPr>
          <a:xfrm>
            <a:off x="6234746" y="2180870"/>
            <a:ext cx="5677166" cy="4136779"/>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cxnSp>
        <p:nvCxnSpPr>
          <p:cNvPr id="21" name="Straight Connector 20">
            <a:extLst>
              <a:ext uri="{FF2B5EF4-FFF2-40B4-BE49-F238E27FC236}">
                <a16:creationId xmlns:a16="http://schemas.microsoft.com/office/drawing/2014/main" id="{3D4C7CEB-1C33-B7D2-458C-4D2619E6E85F}"/>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Date Placeholder 3">
            <a:extLst>
              <a:ext uri="{FF2B5EF4-FFF2-40B4-BE49-F238E27FC236}">
                <a16:creationId xmlns:a16="http://schemas.microsoft.com/office/drawing/2014/main" id="{B5383D54-42FF-16B9-EFD9-A95A1F9AB56C}"/>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2495037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3 image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4CC0D047-00DC-9B45-6C26-0BD02FB79347}"/>
              </a:ext>
            </a:extLst>
          </p:cNvPr>
          <p:cNvSpPr>
            <a:spLocks noGrp="1"/>
          </p:cNvSpPr>
          <p:nvPr>
            <p:ph type="ftr" sz="quarter" idx="11"/>
          </p:nvPr>
        </p:nvSpPr>
        <p:spPr>
          <a:xfrm>
            <a:off x="1762893" y="6482080"/>
            <a:ext cx="3817776" cy="256466"/>
          </a:xfrm>
          <a:prstGeom prst="rect">
            <a:avLst/>
          </a:prstGeom>
        </p:spPr>
        <p:txBody>
          <a:bodyPr/>
          <a:lstStyle/>
          <a:p>
            <a:endParaRPr lang="en-FI"/>
          </a:p>
        </p:txBody>
      </p:sp>
      <p:sp>
        <p:nvSpPr>
          <p:cNvPr id="9" name="Slide Number Placeholder 8">
            <a:extLst>
              <a:ext uri="{FF2B5EF4-FFF2-40B4-BE49-F238E27FC236}">
                <a16:creationId xmlns:a16="http://schemas.microsoft.com/office/drawing/2014/main" id="{80EB4D28-A3D2-E242-7115-D1F637EBFB4F}"/>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t>‹#›</a:t>
            </a:fld>
            <a:endParaRPr lang="en-FI"/>
          </a:p>
        </p:txBody>
      </p:sp>
      <p:sp>
        <p:nvSpPr>
          <p:cNvPr id="14" name="Title 1">
            <a:extLst>
              <a:ext uri="{FF2B5EF4-FFF2-40B4-BE49-F238E27FC236}">
                <a16:creationId xmlns:a16="http://schemas.microsoft.com/office/drawing/2014/main" id="{C2DA0ACD-644D-1F05-B6FD-86E86241AAB3}"/>
              </a:ext>
            </a:extLst>
          </p:cNvPr>
          <p:cNvSpPr>
            <a:spLocks noGrp="1"/>
          </p:cNvSpPr>
          <p:nvPr>
            <p:ph type="title"/>
          </p:nvPr>
        </p:nvSpPr>
        <p:spPr>
          <a:xfrm>
            <a:off x="335280" y="313290"/>
            <a:ext cx="11048591" cy="1009651"/>
          </a:xfrm>
          <a:prstGeom prst="rect">
            <a:avLst/>
          </a:prstGeom>
        </p:spPr>
        <p:txBody>
          <a:bodyPr/>
          <a:lstStyle/>
          <a:p>
            <a:r>
              <a:rPr lang="en-US"/>
              <a:t>Click to edit Master title style</a:t>
            </a:r>
            <a:endParaRPr lang="en-FI"/>
          </a:p>
        </p:txBody>
      </p:sp>
      <p:sp>
        <p:nvSpPr>
          <p:cNvPr id="15" name="Content Placeholder 2">
            <a:extLst>
              <a:ext uri="{FF2B5EF4-FFF2-40B4-BE49-F238E27FC236}">
                <a16:creationId xmlns:a16="http://schemas.microsoft.com/office/drawing/2014/main" id="{32E05EAB-211C-BB98-9379-095BC33C4F65}"/>
              </a:ext>
            </a:extLst>
          </p:cNvPr>
          <p:cNvSpPr>
            <a:spLocks noGrp="1"/>
          </p:cNvSpPr>
          <p:nvPr>
            <p:ph idx="13"/>
          </p:nvPr>
        </p:nvSpPr>
        <p:spPr>
          <a:xfrm>
            <a:off x="335280" y="4470211"/>
            <a:ext cx="3422330" cy="1771563"/>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4" name="Picture Placeholder 3">
            <a:extLst>
              <a:ext uri="{FF2B5EF4-FFF2-40B4-BE49-F238E27FC236}">
                <a16:creationId xmlns:a16="http://schemas.microsoft.com/office/drawing/2014/main" id="{31ED8930-DFB4-66D8-209D-ACEB19C41EEC}"/>
              </a:ext>
            </a:extLst>
          </p:cNvPr>
          <p:cNvSpPr>
            <a:spLocks noGrp="1"/>
          </p:cNvSpPr>
          <p:nvPr>
            <p:ph type="pic" sz="quarter" idx="14" hasCustomPrompt="1"/>
          </p:nvPr>
        </p:nvSpPr>
        <p:spPr>
          <a:xfrm>
            <a:off x="335280" y="1484662"/>
            <a:ext cx="3422330" cy="2754312"/>
          </a:xfrm>
          <a:solidFill>
            <a:schemeClr val="accent6"/>
          </a:solidFill>
        </p:spPr>
        <p:txBody>
          <a:bodyPr/>
          <a:lstStyle>
            <a:lvl1pPr marL="0" indent="0">
              <a:buNone/>
              <a:defRPr/>
            </a:lvl1pPr>
          </a:lstStyle>
          <a:p>
            <a:r>
              <a:rPr lang="en-FI" dirty="0"/>
              <a:t> </a:t>
            </a:r>
          </a:p>
        </p:txBody>
      </p:sp>
      <p:sp>
        <p:nvSpPr>
          <p:cNvPr id="6" name="Content Placeholder 2">
            <a:extLst>
              <a:ext uri="{FF2B5EF4-FFF2-40B4-BE49-F238E27FC236}">
                <a16:creationId xmlns:a16="http://schemas.microsoft.com/office/drawing/2014/main" id="{78B2486D-36EA-A406-128E-07CB4CCB651E}"/>
              </a:ext>
            </a:extLst>
          </p:cNvPr>
          <p:cNvSpPr>
            <a:spLocks noGrp="1"/>
          </p:cNvSpPr>
          <p:nvPr>
            <p:ph idx="15"/>
          </p:nvPr>
        </p:nvSpPr>
        <p:spPr>
          <a:xfrm>
            <a:off x="4412811" y="4470211"/>
            <a:ext cx="3422330" cy="1771563"/>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12" name="Picture Placeholder 3">
            <a:extLst>
              <a:ext uri="{FF2B5EF4-FFF2-40B4-BE49-F238E27FC236}">
                <a16:creationId xmlns:a16="http://schemas.microsoft.com/office/drawing/2014/main" id="{564EDBB8-73AC-EA25-40DC-7A26E740044C}"/>
              </a:ext>
            </a:extLst>
          </p:cNvPr>
          <p:cNvSpPr>
            <a:spLocks noGrp="1"/>
          </p:cNvSpPr>
          <p:nvPr>
            <p:ph type="pic" sz="quarter" idx="16" hasCustomPrompt="1"/>
          </p:nvPr>
        </p:nvSpPr>
        <p:spPr>
          <a:xfrm>
            <a:off x="4412811" y="1484662"/>
            <a:ext cx="3422330" cy="2754312"/>
          </a:xfrm>
          <a:solidFill>
            <a:schemeClr val="accent6"/>
          </a:solidFill>
        </p:spPr>
        <p:txBody>
          <a:bodyPr/>
          <a:lstStyle>
            <a:lvl1pPr marL="0" indent="0">
              <a:buNone/>
              <a:defRPr/>
            </a:lvl1pPr>
          </a:lstStyle>
          <a:p>
            <a:r>
              <a:rPr lang="en-FI" dirty="0"/>
              <a:t> </a:t>
            </a:r>
          </a:p>
        </p:txBody>
      </p:sp>
      <p:sp>
        <p:nvSpPr>
          <p:cNvPr id="18" name="Content Placeholder 2">
            <a:extLst>
              <a:ext uri="{FF2B5EF4-FFF2-40B4-BE49-F238E27FC236}">
                <a16:creationId xmlns:a16="http://schemas.microsoft.com/office/drawing/2014/main" id="{CB5F7F4A-BE75-8050-EE53-50EB9F829DE1}"/>
              </a:ext>
            </a:extLst>
          </p:cNvPr>
          <p:cNvSpPr>
            <a:spLocks noGrp="1"/>
          </p:cNvSpPr>
          <p:nvPr>
            <p:ph idx="17"/>
          </p:nvPr>
        </p:nvSpPr>
        <p:spPr>
          <a:xfrm>
            <a:off x="8514666" y="4470211"/>
            <a:ext cx="3398006" cy="1771563"/>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19" name="Picture Placeholder 3">
            <a:extLst>
              <a:ext uri="{FF2B5EF4-FFF2-40B4-BE49-F238E27FC236}">
                <a16:creationId xmlns:a16="http://schemas.microsoft.com/office/drawing/2014/main" id="{D120DBB7-A33A-EFC0-48CF-2C332927897B}"/>
              </a:ext>
            </a:extLst>
          </p:cNvPr>
          <p:cNvSpPr>
            <a:spLocks noGrp="1"/>
          </p:cNvSpPr>
          <p:nvPr>
            <p:ph type="pic" sz="quarter" idx="18" hasCustomPrompt="1"/>
          </p:nvPr>
        </p:nvSpPr>
        <p:spPr>
          <a:xfrm>
            <a:off x="8490342" y="1484662"/>
            <a:ext cx="3422330" cy="2754312"/>
          </a:xfrm>
          <a:solidFill>
            <a:schemeClr val="accent6"/>
          </a:solidFill>
        </p:spPr>
        <p:txBody>
          <a:bodyPr/>
          <a:lstStyle>
            <a:lvl1pPr marL="0" indent="0">
              <a:buNone/>
              <a:defRPr/>
            </a:lvl1pPr>
          </a:lstStyle>
          <a:p>
            <a:r>
              <a:rPr lang="en-FI" dirty="0"/>
              <a:t> </a:t>
            </a:r>
          </a:p>
        </p:txBody>
      </p:sp>
      <p:cxnSp>
        <p:nvCxnSpPr>
          <p:cNvPr id="23" name="Straight Connector 22">
            <a:extLst>
              <a:ext uri="{FF2B5EF4-FFF2-40B4-BE49-F238E27FC236}">
                <a16:creationId xmlns:a16="http://schemas.microsoft.com/office/drawing/2014/main" id="{03EF82EA-3E26-E681-5EFB-54F2058418E2}"/>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Date Placeholder 3">
            <a:extLst>
              <a:ext uri="{FF2B5EF4-FFF2-40B4-BE49-F238E27FC236}">
                <a16:creationId xmlns:a16="http://schemas.microsoft.com/office/drawing/2014/main" id="{09B5E752-9672-B543-6F5B-56940AFA84C1}"/>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2573374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 3 image shap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AE4B651D-5ADB-7D12-66F8-B801D3DE6D2B}"/>
              </a:ext>
            </a:extLst>
          </p:cNvPr>
          <p:cNvSpPr>
            <a:spLocks noGrp="1"/>
          </p:cNvSpPr>
          <p:nvPr>
            <p:ph type="pic" sz="quarter" idx="18" hasCustomPrompt="1"/>
          </p:nvPr>
        </p:nvSpPr>
        <p:spPr>
          <a:xfrm>
            <a:off x="331404" y="1390915"/>
            <a:ext cx="3371484" cy="3236426"/>
          </a:xfrm>
          <a:custGeom>
            <a:avLst/>
            <a:gdLst>
              <a:gd name="connsiteX0" fmla="*/ 1194495 w 2870374"/>
              <a:gd name="connsiteY0" fmla="*/ 0 h 2755390"/>
              <a:gd name="connsiteX1" fmla="*/ 1390846 w 2870374"/>
              <a:gd name="connsiteY1" fmla="*/ 530309 h 2755390"/>
              <a:gd name="connsiteX2" fmla="*/ 1931401 w 2870374"/>
              <a:gd name="connsiteY2" fmla="*/ 0 h 2755390"/>
              <a:gd name="connsiteX3" fmla="*/ 2089962 w 2870374"/>
              <a:gd name="connsiteY3" fmla="*/ 530309 h 2755390"/>
              <a:gd name="connsiteX4" fmla="*/ 2668332 w 2870374"/>
              <a:gd name="connsiteY4" fmla="*/ 0 h 2755390"/>
              <a:gd name="connsiteX5" fmla="*/ 2663381 w 2870374"/>
              <a:gd name="connsiteY5" fmla="*/ 1377695 h 2755390"/>
              <a:gd name="connsiteX6" fmla="*/ 1675889 w 2870374"/>
              <a:gd name="connsiteY6" fmla="*/ 2755390 h 2755390"/>
              <a:gd name="connsiteX7" fmla="*/ 1510809 w 2870374"/>
              <a:gd name="connsiteY7" fmla="*/ 1993237 h 2755390"/>
              <a:gd name="connsiteX8" fmla="*/ 1087839 w 2870374"/>
              <a:gd name="connsiteY8" fmla="*/ 2342082 h 2755390"/>
              <a:gd name="connsiteX9" fmla="*/ 916167 w 2870374"/>
              <a:gd name="connsiteY9" fmla="*/ 1993237 h 2755390"/>
              <a:gd name="connsiteX10" fmla="*/ 202052 w 2870374"/>
              <a:gd name="connsiteY10" fmla="*/ 2755390 h 2755390"/>
              <a:gd name="connsiteX11" fmla="*/ 207003 w 2870374"/>
              <a:gd name="connsiteY11" fmla="*/ 1377695 h 2755390"/>
              <a:gd name="connsiteX12" fmla="*/ 1194495 w 2870374"/>
              <a:gd name="connsiteY12" fmla="*/ 0 h 275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0374" h="2755390">
                <a:moveTo>
                  <a:pt x="1194495" y="0"/>
                </a:moveTo>
                <a:cubicBezTo>
                  <a:pt x="1351880" y="0"/>
                  <a:pt x="1417191" y="207524"/>
                  <a:pt x="1390846" y="530309"/>
                </a:cubicBezTo>
                <a:cubicBezTo>
                  <a:pt x="1580434" y="210977"/>
                  <a:pt x="1785118" y="0"/>
                  <a:pt x="1931401" y="0"/>
                </a:cubicBezTo>
                <a:cubicBezTo>
                  <a:pt x="2077684" y="0"/>
                  <a:pt x="2130399" y="210977"/>
                  <a:pt x="2089962" y="530309"/>
                </a:cubicBezTo>
                <a:cubicBezTo>
                  <a:pt x="2296141" y="207524"/>
                  <a:pt x="2510971" y="0"/>
                  <a:pt x="2668332" y="0"/>
                </a:cubicBezTo>
                <a:cubicBezTo>
                  <a:pt x="2939650" y="0"/>
                  <a:pt x="2937420" y="616816"/>
                  <a:pt x="2663381" y="1377695"/>
                </a:cubicBezTo>
                <a:cubicBezTo>
                  <a:pt x="2389317" y="2138575"/>
                  <a:pt x="1947208" y="2755390"/>
                  <a:pt x="1675889" y="2755390"/>
                </a:cubicBezTo>
                <a:cubicBezTo>
                  <a:pt x="1483459" y="2755390"/>
                  <a:pt x="1428661" y="2445096"/>
                  <a:pt x="1510809" y="1993237"/>
                </a:cubicBezTo>
                <a:cubicBezTo>
                  <a:pt x="1357516" y="2208549"/>
                  <a:pt x="1204199" y="2342082"/>
                  <a:pt x="1087839" y="2342082"/>
                </a:cubicBezTo>
                <a:cubicBezTo>
                  <a:pt x="971479" y="2342082"/>
                  <a:pt x="914329" y="2208574"/>
                  <a:pt x="916167" y="1993237"/>
                </a:cubicBezTo>
                <a:cubicBezTo>
                  <a:pt x="672810" y="2445096"/>
                  <a:pt x="394482" y="2755390"/>
                  <a:pt x="202052" y="2755390"/>
                </a:cubicBezTo>
                <a:cubicBezTo>
                  <a:pt x="-69267" y="2755390"/>
                  <a:pt x="-67061" y="2138575"/>
                  <a:pt x="207003" y="1377695"/>
                </a:cubicBezTo>
                <a:cubicBezTo>
                  <a:pt x="481066" y="616816"/>
                  <a:pt x="923176" y="0"/>
                  <a:pt x="1194495" y="0"/>
                </a:cubicBezTo>
                <a:close/>
              </a:path>
            </a:pathLst>
          </a:custGeom>
          <a:solidFill>
            <a:schemeClr val="accent6"/>
          </a:solidFill>
        </p:spPr>
        <p:txBody>
          <a:bodyPr wrap="square">
            <a:noAutofit/>
          </a:bodyPr>
          <a:lstStyle>
            <a:lvl1pPr marL="0" indent="0">
              <a:buNone/>
              <a:defRPr/>
            </a:lvl1pPr>
          </a:lstStyle>
          <a:p>
            <a:r>
              <a:rPr lang="en-FI" dirty="0"/>
              <a:t> </a:t>
            </a:r>
          </a:p>
        </p:txBody>
      </p:sp>
      <p:sp>
        <p:nvSpPr>
          <p:cNvPr id="8" name="Footer Placeholder 7">
            <a:extLst>
              <a:ext uri="{FF2B5EF4-FFF2-40B4-BE49-F238E27FC236}">
                <a16:creationId xmlns:a16="http://schemas.microsoft.com/office/drawing/2014/main" id="{4CC0D047-00DC-9B45-6C26-0BD02FB79347}"/>
              </a:ext>
            </a:extLst>
          </p:cNvPr>
          <p:cNvSpPr>
            <a:spLocks noGrp="1"/>
          </p:cNvSpPr>
          <p:nvPr>
            <p:ph type="ftr" sz="quarter" idx="11"/>
          </p:nvPr>
        </p:nvSpPr>
        <p:spPr>
          <a:xfrm>
            <a:off x="1762893" y="6482080"/>
            <a:ext cx="3817776" cy="256466"/>
          </a:xfrm>
          <a:prstGeom prst="rect">
            <a:avLst/>
          </a:prstGeom>
        </p:spPr>
        <p:txBody>
          <a:bodyPr/>
          <a:lstStyle/>
          <a:p>
            <a:endParaRPr lang="en-FI"/>
          </a:p>
        </p:txBody>
      </p:sp>
      <p:sp>
        <p:nvSpPr>
          <p:cNvPr id="9" name="Slide Number Placeholder 8">
            <a:extLst>
              <a:ext uri="{FF2B5EF4-FFF2-40B4-BE49-F238E27FC236}">
                <a16:creationId xmlns:a16="http://schemas.microsoft.com/office/drawing/2014/main" id="{80EB4D28-A3D2-E242-7115-D1F637EBFB4F}"/>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t>‹#›</a:t>
            </a:fld>
            <a:endParaRPr lang="en-FI"/>
          </a:p>
        </p:txBody>
      </p:sp>
      <p:sp>
        <p:nvSpPr>
          <p:cNvPr id="14" name="Title 1">
            <a:extLst>
              <a:ext uri="{FF2B5EF4-FFF2-40B4-BE49-F238E27FC236}">
                <a16:creationId xmlns:a16="http://schemas.microsoft.com/office/drawing/2014/main" id="{C2DA0ACD-644D-1F05-B6FD-86E86241AAB3}"/>
              </a:ext>
            </a:extLst>
          </p:cNvPr>
          <p:cNvSpPr>
            <a:spLocks noGrp="1"/>
          </p:cNvSpPr>
          <p:nvPr>
            <p:ph type="title"/>
          </p:nvPr>
        </p:nvSpPr>
        <p:spPr>
          <a:xfrm>
            <a:off x="335280" y="313290"/>
            <a:ext cx="11048591" cy="1009651"/>
          </a:xfrm>
          <a:prstGeom prst="rect">
            <a:avLst/>
          </a:prstGeom>
        </p:spPr>
        <p:txBody>
          <a:bodyPr/>
          <a:lstStyle/>
          <a:p>
            <a:r>
              <a:rPr lang="en-US"/>
              <a:t>Click to edit Master title style</a:t>
            </a:r>
            <a:endParaRPr lang="en-FI"/>
          </a:p>
        </p:txBody>
      </p:sp>
      <p:sp>
        <p:nvSpPr>
          <p:cNvPr id="15" name="Content Placeholder 2">
            <a:extLst>
              <a:ext uri="{FF2B5EF4-FFF2-40B4-BE49-F238E27FC236}">
                <a16:creationId xmlns:a16="http://schemas.microsoft.com/office/drawing/2014/main" id="{32E05EAB-211C-BB98-9379-095BC33C4F65}"/>
              </a:ext>
            </a:extLst>
          </p:cNvPr>
          <p:cNvSpPr>
            <a:spLocks noGrp="1"/>
          </p:cNvSpPr>
          <p:nvPr>
            <p:ph idx="13"/>
          </p:nvPr>
        </p:nvSpPr>
        <p:spPr>
          <a:xfrm>
            <a:off x="335280" y="4793712"/>
            <a:ext cx="3133725" cy="1428179"/>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78B2486D-36EA-A406-128E-07CB4CCB651E}"/>
              </a:ext>
            </a:extLst>
          </p:cNvPr>
          <p:cNvSpPr>
            <a:spLocks noGrp="1"/>
          </p:cNvSpPr>
          <p:nvPr>
            <p:ph idx="15"/>
          </p:nvPr>
        </p:nvSpPr>
        <p:spPr>
          <a:xfrm>
            <a:off x="4447846" y="4793712"/>
            <a:ext cx="3133725" cy="1428179"/>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CB5F7F4A-BE75-8050-EE53-50EB9F829DE1}"/>
              </a:ext>
            </a:extLst>
          </p:cNvPr>
          <p:cNvSpPr>
            <a:spLocks noGrp="1"/>
          </p:cNvSpPr>
          <p:nvPr>
            <p:ph idx="17"/>
          </p:nvPr>
        </p:nvSpPr>
        <p:spPr>
          <a:xfrm>
            <a:off x="8560412" y="4793712"/>
            <a:ext cx="3133725" cy="1428179"/>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21" name="Picture Placeholder 20">
            <a:extLst>
              <a:ext uri="{FF2B5EF4-FFF2-40B4-BE49-F238E27FC236}">
                <a16:creationId xmlns:a16="http://schemas.microsoft.com/office/drawing/2014/main" id="{357E49EC-C3F5-8661-EE1A-3466EE8DB42B}"/>
              </a:ext>
            </a:extLst>
          </p:cNvPr>
          <p:cNvSpPr>
            <a:spLocks noGrp="1"/>
          </p:cNvSpPr>
          <p:nvPr>
            <p:ph type="pic" sz="quarter" idx="19" hasCustomPrompt="1"/>
          </p:nvPr>
        </p:nvSpPr>
        <p:spPr>
          <a:xfrm>
            <a:off x="4431657" y="1390915"/>
            <a:ext cx="3371484" cy="3236426"/>
          </a:xfrm>
          <a:custGeom>
            <a:avLst/>
            <a:gdLst>
              <a:gd name="connsiteX0" fmla="*/ 1194495 w 2870374"/>
              <a:gd name="connsiteY0" fmla="*/ 0 h 2755390"/>
              <a:gd name="connsiteX1" fmla="*/ 1390846 w 2870374"/>
              <a:gd name="connsiteY1" fmla="*/ 530309 h 2755390"/>
              <a:gd name="connsiteX2" fmla="*/ 1931401 w 2870374"/>
              <a:gd name="connsiteY2" fmla="*/ 0 h 2755390"/>
              <a:gd name="connsiteX3" fmla="*/ 2089962 w 2870374"/>
              <a:gd name="connsiteY3" fmla="*/ 530309 h 2755390"/>
              <a:gd name="connsiteX4" fmla="*/ 2668332 w 2870374"/>
              <a:gd name="connsiteY4" fmla="*/ 0 h 2755390"/>
              <a:gd name="connsiteX5" fmla="*/ 2663381 w 2870374"/>
              <a:gd name="connsiteY5" fmla="*/ 1377695 h 2755390"/>
              <a:gd name="connsiteX6" fmla="*/ 1675889 w 2870374"/>
              <a:gd name="connsiteY6" fmla="*/ 2755390 h 2755390"/>
              <a:gd name="connsiteX7" fmla="*/ 1510809 w 2870374"/>
              <a:gd name="connsiteY7" fmla="*/ 1993237 h 2755390"/>
              <a:gd name="connsiteX8" fmla="*/ 1087839 w 2870374"/>
              <a:gd name="connsiteY8" fmla="*/ 2342082 h 2755390"/>
              <a:gd name="connsiteX9" fmla="*/ 916167 w 2870374"/>
              <a:gd name="connsiteY9" fmla="*/ 1993237 h 2755390"/>
              <a:gd name="connsiteX10" fmla="*/ 202052 w 2870374"/>
              <a:gd name="connsiteY10" fmla="*/ 2755390 h 2755390"/>
              <a:gd name="connsiteX11" fmla="*/ 207003 w 2870374"/>
              <a:gd name="connsiteY11" fmla="*/ 1377695 h 2755390"/>
              <a:gd name="connsiteX12" fmla="*/ 1194495 w 2870374"/>
              <a:gd name="connsiteY12" fmla="*/ 0 h 275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0374" h="2755390">
                <a:moveTo>
                  <a:pt x="1194495" y="0"/>
                </a:moveTo>
                <a:cubicBezTo>
                  <a:pt x="1351880" y="0"/>
                  <a:pt x="1417191" y="207524"/>
                  <a:pt x="1390846" y="530309"/>
                </a:cubicBezTo>
                <a:cubicBezTo>
                  <a:pt x="1580434" y="210977"/>
                  <a:pt x="1785118" y="0"/>
                  <a:pt x="1931401" y="0"/>
                </a:cubicBezTo>
                <a:cubicBezTo>
                  <a:pt x="2077684" y="0"/>
                  <a:pt x="2130399" y="210977"/>
                  <a:pt x="2089962" y="530309"/>
                </a:cubicBezTo>
                <a:cubicBezTo>
                  <a:pt x="2296141" y="207524"/>
                  <a:pt x="2510971" y="0"/>
                  <a:pt x="2668332" y="0"/>
                </a:cubicBezTo>
                <a:cubicBezTo>
                  <a:pt x="2939650" y="0"/>
                  <a:pt x="2937420" y="616816"/>
                  <a:pt x="2663381" y="1377695"/>
                </a:cubicBezTo>
                <a:cubicBezTo>
                  <a:pt x="2389317" y="2138575"/>
                  <a:pt x="1947208" y="2755390"/>
                  <a:pt x="1675889" y="2755390"/>
                </a:cubicBezTo>
                <a:cubicBezTo>
                  <a:pt x="1483459" y="2755390"/>
                  <a:pt x="1428661" y="2445096"/>
                  <a:pt x="1510809" y="1993237"/>
                </a:cubicBezTo>
                <a:cubicBezTo>
                  <a:pt x="1357516" y="2208549"/>
                  <a:pt x="1204199" y="2342082"/>
                  <a:pt x="1087839" y="2342082"/>
                </a:cubicBezTo>
                <a:cubicBezTo>
                  <a:pt x="971479" y="2342082"/>
                  <a:pt x="914329" y="2208574"/>
                  <a:pt x="916167" y="1993237"/>
                </a:cubicBezTo>
                <a:cubicBezTo>
                  <a:pt x="672810" y="2445096"/>
                  <a:pt x="394482" y="2755390"/>
                  <a:pt x="202052" y="2755390"/>
                </a:cubicBezTo>
                <a:cubicBezTo>
                  <a:pt x="-69267" y="2755390"/>
                  <a:pt x="-67061" y="2138575"/>
                  <a:pt x="207003" y="1377695"/>
                </a:cubicBezTo>
                <a:cubicBezTo>
                  <a:pt x="481066" y="616816"/>
                  <a:pt x="923176" y="0"/>
                  <a:pt x="1194495" y="0"/>
                </a:cubicBezTo>
                <a:close/>
              </a:path>
            </a:pathLst>
          </a:custGeom>
          <a:solidFill>
            <a:schemeClr val="accent6"/>
          </a:solidFill>
        </p:spPr>
        <p:txBody>
          <a:bodyPr wrap="square">
            <a:noAutofit/>
          </a:bodyPr>
          <a:lstStyle>
            <a:lvl1pPr marL="0" indent="0">
              <a:buNone/>
              <a:defRPr/>
            </a:lvl1pPr>
          </a:lstStyle>
          <a:p>
            <a:r>
              <a:rPr lang="en-FI" dirty="0"/>
              <a:t> </a:t>
            </a:r>
          </a:p>
        </p:txBody>
      </p:sp>
      <p:sp>
        <p:nvSpPr>
          <p:cNvPr id="22" name="Picture Placeholder 21">
            <a:extLst>
              <a:ext uri="{FF2B5EF4-FFF2-40B4-BE49-F238E27FC236}">
                <a16:creationId xmlns:a16="http://schemas.microsoft.com/office/drawing/2014/main" id="{58AF30C3-5AB9-D583-6D4C-7B6A50D27967}"/>
              </a:ext>
            </a:extLst>
          </p:cNvPr>
          <p:cNvSpPr>
            <a:spLocks noGrp="1"/>
          </p:cNvSpPr>
          <p:nvPr>
            <p:ph type="pic" sz="quarter" idx="20" hasCustomPrompt="1"/>
          </p:nvPr>
        </p:nvSpPr>
        <p:spPr>
          <a:xfrm>
            <a:off x="8531911" y="1390915"/>
            <a:ext cx="3371484" cy="3236426"/>
          </a:xfrm>
          <a:custGeom>
            <a:avLst/>
            <a:gdLst>
              <a:gd name="connsiteX0" fmla="*/ 1194495 w 2870374"/>
              <a:gd name="connsiteY0" fmla="*/ 0 h 2755390"/>
              <a:gd name="connsiteX1" fmla="*/ 1390846 w 2870374"/>
              <a:gd name="connsiteY1" fmla="*/ 530309 h 2755390"/>
              <a:gd name="connsiteX2" fmla="*/ 1931401 w 2870374"/>
              <a:gd name="connsiteY2" fmla="*/ 0 h 2755390"/>
              <a:gd name="connsiteX3" fmla="*/ 2089962 w 2870374"/>
              <a:gd name="connsiteY3" fmla="*/ 530309 h 2755390"/>
              <a:gd name="connsiteX4" fmla="*/ 2668332 w 2870374"/>
              <a:gd name="connsiteY4" fmla="*/ 0 h 2755390"/>
              <a:gd name="connsiteX5" fmla="*/ 2663381 w 2870374"/>
              <a:gd name="connsiteY5" fmla="*/ 1377695 h 2755390"/>
              <a:gd name="connsiteX6" fmla="*/ 1675889 w 2870374"/>
              <a:gd name="connsiteY6" fmla="*/ 2755390 h 2755390"/>
              <a:gd name="connsiteX7" fmla="*/ 1510809 w 2870374"/>
              <a:gd name="connsiteY7" fmla="*/ 1993237 h 2755390"/>
              <a:gd name="connsiteX8" fmla="*/ 1087839 w 2870374"/>
              <a:gd name="connsiteY8" fmla="*/ 2342082 h 2755390"/>
              <a:gd name="connsiteX9" fmla="*/ 916167 w 2870374"/>
              <a:gd name="connsiteY9" fmla="*/ 1993237 h 2755390"/>
              <a:gd name="connsiteX10" fmla="*/ 202052 w 2870374"/>
              <a:gd name="connsiteY10" fmla="*/ 2755390 h 2755390"/>
              <a:gd name="connsiteX11" fmla="*/ 207003 w 2870374"/>
              <a:gd name="connsiteY11" fmla="*/ 1377695 h 2755390"/>
              <a:gd name="connsiteX12" fmla="*/ 1194495 w 2870374"/>
              <a:gd name="connsiteY12" fmla="*/ 0 h 275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0374" h="2755390">
                <a:moveTo>
                  <a:pt x="1194495" y="0"/>
                </a:moveTo>
                <a:cubicBezTo>
                  <a:pt x="1351880" y="0"/>
                  <a:pt x="1417191" y="207524"/>
                  <a:pt x="1390846" y="530309"/>
                </a:cubicBezTo>
                <a:cubicBezTo>
                  <a:pt x="1580434" y="210977"/>
                  <a:pt x="1785118" y="0"/>
                  <a:pt x="1931401" y="0"/>
                </a:cubicBezTo>
                <a:cubicBezTo>
                  <a:pt x="2077684" y="0"/>
                  <a:pt x="2130399" y="210977"/>
                  <a:pt x="2089962" y="530309"/>
                </a:cubicBezTo>
                <a:cubicBezTo>
                  <a:pt x="2296141" y="207524"/>
                  <a:pt x="2510971" y="0"/>
                  <a:pt x="2668332" y="0"/>
                </a:cubicBezTo>
                <a:cubicBezTo>
                  <a:pt x="2939650" y="0"/>
                  <a:pt x="2937420" y="616816"/>
                  <a:pt x="2663381" y="1377695"/>
                </a:cubicBezTo>
                <a:cubicBezTo>
                  <a:pt x="2389317" y="2138575"/>
                  <a:pt x="1947208" y="2755390"/>
                  <a:pt x="1675889" y="2755390"/>
                </a:cubicBezTo>
                <a:cubicBezTo>
                  <a:pt x="1483459" y="2755390"/>
                  <a:pt x="1428661" y="2445096"/>
                  <a:pt x="1510809" y="1993237"/>
                </a:cubicBezTo>
                <a:cubicBezTo>
                  <a:pt x="1357516" y="2208549"/>
                  <a:pt x="1204199" y="2342082"/>
                  <a:pt x="1087839" y="2342082"/>
                </a:cubicBezTo>
                <a:cubicBezTo>
                  <a:pt x="971479" y="2342082"/>
                  <a:pt x="914329" y="2208574"/>
                  <a:pt x="916167" y="1993237"/>
                </a:cubicBezTo>
                <a:cubicBezTo>
                  <a:pt x="672810" y="2445096"/>
                  <a:pt x="394482" y="2755390"/>
                  <a:pt x="202052" y="2755390"/>
                </a:cubicBezTo>
                <a:cubicBezTo>
                  <a:pt x="-69267" y="2755390"/>
                  <a:pt x="-67061" y="2138575"/>
                  <a:pt x="207003" y="1377695"/>
                </a:cubicBezTo>
                <a:cubicBezTo>
                  <a:pt x="481066" y="616816"/>
                  <a:pt x="923176" y="0"/>
                  <a:pt x="1194495" y="0"/>
                </a:cubicBezTo>
                <a:close/>
              </a:path>
            </a:pathLst>
          </a:custGeom>
          <a:solidFill>
            <a:schemeClr val="accent6"/>
          </a:solidFill>
        </p:spPr>
        <p:txBody>
          <a:bodyPr wrap="square">
            <a:noAutofit/>
          </a:bodyPr>
          <a:lstStyle>
            <a:lvl1pPr marL="0" indent="0">
              <a:buNone/>
              <a:defRPr/>
            </a:lvl1pPr>
          </a:lstStyle>
          <a:p>
            <a:r>
              <a:rPr lang="en-FI" dirty="0"/>
              <a:t> </a:t>
            </a:r>
          </a:p>
        </p:txBody>
      </p:sp>
      <p:cxnSp>
        <p:nvCxnSpPr>
          <p:cNvPr id="27" name="Straight Connector 26">
            <a:extLst>
              <a:ext uri="{FF2B5EF4-FFF2-40B4-BE49-F238E27FC236}">
                <a16:creationId xmlns:a16="http://schemas.microsoft.com/office/drawing/2014/main" id="{A53D572E-0C34-FF83-95B8-4D033E304F39}"/>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Date Placeholder 3">
            <a:extLst>
              <a:ext uri="{FF2B5EF4-FFF2-40B4-BE49-F238E27FC236}">
                <a16:creationId xmlns:a16="http://schemas.microsoft.com/office/drawing/2014/main" id="{8F87866C-5867-B943-3B74-F2E2C2B9504B}"/>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16437231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4CC0D047-00DC-9B45-6C26-0BD02FB79347}"/>
              </a:ext>
            </a:extLst>
          </p:cNvPr>
          <p:cNvSpPr>
            <a:spLocks noGrp="1"/>
          </p:cNvSpPr>
          <p:nvPr>
            <p:ph type="ftr" sz="quarter" idx="11"/>
          </p:nvPr>
        </p:nvSpPr>
        <p:spPr>
          <a:xfrm>
            <a:off x="1762893" y="6482080"/>
            <a:ext cx="3817776" cy="256466"/>
          </a:xfrm>
          <a:prstGeom prst="rect">
            <a:avLst/>
          </a:prstGeom>
        </p:spPr>
        <p:txBody>
          <a:bodyPr/>
          <a:lstStyle/>
          <a:p>
            <a:endParaRPr lang="en-FI"/>
          </a:p>
        </p:txBody>
      </p:sp>
      <p:sp>
        <p:nvSpPr>
          <p:cNvPr id="9" name="Slide Number Placeholder 8">
            <a:extLst>
              <a:ext uri="{FF2B5EF4-FFF2-40B4-BE49-F238E27FC236}">
                <a16:creationId xmlns:a16="http://schemas.microsoft.com/office/drawing/2014/main" id="{80EB4D28-A3D2-E242-7115-D1F637EBFB4F}"/>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t>‹#›</a:t>
            </a:fld>
            <a:endParaRPr lang="en-FI"/>
          </a:p>
        </p:txBody>
      </p:sp>
      <p:sp>
        <p:nvSpPr>
          <p:cNvPr id="2" name="Title 1">
            <a:extLst>
              <a:ext uri="{FF2B5EF4-FFF2-40B4-BE49-F238E27FC236}">
                <a16:creationId xmlns:a16="http://schemas.microsoft.com/office/drawing/2014/main" id="{E68FD20F-397E-84F2-5706-13016D943F55}"/>
              </a:ext>
            </a:extLst>
          </p:cNvPr>
          <p:cNvSpPr>
            <a:spLocks noGrp="1"/>
          </p:cNvSpPr>
          <p:nvPr>
            <p:ph type="title"/>
          </p:nvPr>
        </p:nvSpPr>
        <p:spPr>
          <a:xfrm>
            <a:off x="335280" y="404407"/>
            <a:ext cx="11700470" cy="918533"/>
          </a:xfrm>
          <a:prstGeom prst="rect">
            <a:avLst/>
          </a:prstGeom>
        </p:spPr>
        <p:txBody>
          <a:bodyPr/>
          <a:lstStyle/>
          <a:p>
            <a:r>
              <a:rPr lang="en-US"/>
              <a:t>Click to edit Master title style</a:t>
            </a:r>
            <a:endParaRPr lang="en-FI"/>
          </a:p>
        </p:txBody>
      </p:sp>
      <p:cxnSp>
        <p:nvCxnSpPr>
          <p:cNvPr id="18" name="Straight Connector 17">
            <a:extLst>
              <a:ext uri="{FF2B5EF4-FFF2-40B4-BE49-F238E27FC236}">
                <a16:creationId xmlns:a16="http://schemas.microsoft.com/office/drawing/2014/main" id="{FC835506-DB2C-B706-B941-08FBE1EDE9E9}"/>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Date Placeholder 3">
            <a:extLst>
              <a:ext uri="{FF2B5EF4-FFF2-40B4-BE49-F238E27FC236}">
                <a16:creationId xmlns:a16="http://schemas.microsoft.com/office/drawing/2014/main" id="{C1B6A2CE-7783-0C2E-407C-DA9C09E6B390}"/>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2872829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404407"/>
            <a:ext cx="11700470" cy="918533"/>
          </a:xfrm>
          <a:prstGeom prst="rect">
            <a:avLst/>
          </a:prstGeom>
        </p:spPr>
        <p:txBody>
          <a:bodyPr/>
          <a:lstStyle/>
          <a:p>
            <a:r>
              <a:rPr lang="en-US"/>
              <a:t>Click to edit Master title style</a:t>
            </a:r>
            <a:endParaRPr lang="en-FI"/>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80" y="1464893"/>
            <a:ext cx="11700469" cy="4351327"/>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cxnSp>
        <p:nvCxnSpPr>
          <p:cNvPr id="9" name="Straight Connector 8">
            <a:extLst>
              <a:ext uri="{FF2B5EF4-FFF2-40B4-BE49-F238E27FC236}">
                <a16:creationId xmlns:a16="http://schemas.microsoft.com/office/drawing/2014/main" id="{5724C46F-77DB-CF1D-CE44-FDFA517AC7FA}"/>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Footer Placeholder 10">
            <a:extLst>
              <a:ext uri="{FF2B5EF4-FFF2-40B4-BE49-F238E27FC236}">
                <a16:creationId xmlns:a16="http://schemas.microsoft.com/office/drawing/2014/main" id="{83942940-81F1-12FF-DC8C-2D018AD872EF}"/>
              </a:ext>
            </a:extLst>
          </p:cNvPr>
          <p:cNvSpPr>
            <a:spLocks noGrp="1"/>
          </p:cNvSpPr>
          <p:nvPr>
            <p:ph type="ftr" sz="quarter" idx="11"/>
          </p:nvPr>
        </p:nvSpPr>
        <p:spPr>
          <a:xfrm>
            <a:off x="1762893" y="6482080"/>
            <a:ext cx="3817776" cy="256466"/>
          </a:xfrm>
          <a:prstGeom prst="rect">
            <a:avLst/>
          </a:prstGeom>
        </p:spPr>
        <p:txBody>
          <a:bodyPr/>
          <a:lstStyle>
            <a:lvl1pPr>
              <a:defRPr>
                <a:solidFill>
                  <a:schemeClr val="bg1"/>
                </a:solidFill>
              </a:defRPr>
            </a:lvl1pPr>
          </a:lstStyle>
          <a:p>
            <a:endParaRPr lang="en-FI" dirty="0">
              <a:solidFill>
                <a:schemeClr val="bg1"/>
              </a:solidFill>
            </a:endParaRPr>
          </a:p>
        </p:txBody>
      </p:sp>
      <p:sp>
        <p:nvSpPr>
          <p:cNvPr id="12" name="Slide Number Placeholder 11">
            <a:extLst>
              <a:ext uri="{FF2B5EF4-FFF2-40B4-BE49-F238E27FC236}">
                <a16:creationId xmlns:a16="http://schemas.microsoft.com/office/drawing/2014/main" id="{2766B125-B1DF-0D84-721C-C5F396F34886}"/>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pPr/>
              <a:t>‹#›</a:t>
            </a:fld>
            <a:endParaRPr lang="en-FI"/>
          </a:p>
        </p:txBody>
      </p:sp>
      <p:sp>
        <p:nvSpPr>
          <p:cNvPr id="4" name="Date Placeholder 3">
            <a:extLst>
              <a:ext uri="{FF2B5EF4-FFF2-40B4-BE49-F238E27FC236}">
                <a16:creationId xmlns:a16="http://schemas.microsoft.com/office/drawing/2014/main" id="{38ACE0A9-95D2-4FF6-F38D-60E920F18959}"/>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10898659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 image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290233"/>
            <a:ext cx="6268720" cy="1032707"/>
          </a:xfrm>
          <a:prstGeom prst="rect">
            <a:avLst/>
          </a:prstGeom>
        </p:spPr>
        <p:txBody>
          <a:bodyPr/>
          <a:lstStyle/>
          <a:p>
            <a:r>
              <a:rPr lang="en-US" dirty="0"/>
              <a:t>Click to edit Master title style</a:t>
            </a:r>
            <a:endParaRPr lang="en-FI" dirty="0"/>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80" y="1465382"/>
            <a:ext cx="6268720" cy="4793669"/>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sp>
        <p:nvSpPr>
          <p:cNvPr id="6" name="Picture Placeholder 5">
            <a:extLst>
              <a:ext uri="{FF2B5EF4-FFF2-40B4-BE49-F238E27FC236}">
                <a16:creationId xmlns:a16="http://schemas.microsoft.com/office/drawing/2014/main" id="{5286ECF9-1571-F6B3-F857-FDD5A0FE8266}"/>
              </a:ext>
            </a:extLst>
          </p:cNvPr>
          <p:cNvSpPr>
            <a:spLocks noGrp="1"/>
          </p:cNvSpPr>
          <p:nvPr>
            <p:ph type="pic" sz="quarter" idx="13" hasCustomPrompt="1"/>
          </p:nvPr>
        </p:nvSpPr>
        <p:spPr>
          <a:xfrm>
            <a:off x="6908800" y="138997"/>
            <a:ext cx="5127625" cy="6116428"/>
          </a:xfrm>
          <a:solidFill>
            <a:schemeClr val="tx2"/>
          </a:solidFill>
        </p:spPr>
        <p:txBody>
          <a:bodyPr/>
          <a:lstStyle>
            <a:lvl1pPr marL="0" indent="0">
              <a:buNone/>
              <a:defRPr/>
            </a:lvl1pPr>
          </a:lstStyle>
          <a:p>
            <a:r>
              <a:rPr lang="en-FI" dirty="0"/>
              <a:t>Image</a:t>
            </a:r>
          </a:p>
        </p:txBody>
      </p:sp>
      <p:cxnSp>
        <p:nvCxnSpPr>
          <p:cNvPr id="17" name="Straight Connector 16">
            <a:extLst>
              <a:ext uri="{FF2B5EF4-FFF2-40B4-BE49-F238E27FC236}">
                <a16:creationId xmlns:a16="http://schemas.microsoft.com/office/drawing/2014/main" id="{7E3F76EA-DD93-9279-DE20-60DF5459591B}"/>
              </a:ext>
            </a:extLst>
          </p:cNvPr>
          <p:cNvCxnSpPr/>
          <p:nvPr userDrawn="1"/>
        </p:nvCxnSpPr>
        <p:spPr>
          <a:xfrm>
            <a:off x="0" y="6400907"/>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23" name="Footer Placeholder 22">
            <a:extLst>
              <a:ext uri="{FF2B5EF4-FFF2-40B4-BE49-F238E27FC236}">
                <a16:creationId xmlns:a16="http://schemas.microsoft.com/office/drawing/2014/main" id="{D0D0C178-892A-55A0-D81D-895DBFD1C3CC}"/>
              </a:ext>
            </a:extLst>
          </p:cNvPr>
          <p:cNvSpPr>
            <a:spLocks noGrp="1"/>
          </p:cNvSpPr>
          <p:nvPr>
            <p:ph type="ftr" sz="quarter" idx="15"/>
          </p:nvPr>
        </p:nvSpPr>
        <p:spPr>
          <a:xfrm>
            <a:off x="1762893" y="6482080"/>
            <a:ext cx="3817776" cy="256466"/>
          </a:xfrm>
          <a:prstGeom prst="rect">
            <a:avLst/>
          </a:prstGeom>
        </p:spPr>
        <p:txBody>
          <a:bodyPr/>
          <a:lstStyle/>
          <a:p>
            <a:endParaRPr lang="en-FI" dirty="0"/>
          </a:p>
        </p:txBody>
      </p:sp>
      <p:sp>
        <p:nvSpPr>
          <p:cNvPr id="24" name="Slide Number Placeholder 23">
            <a:extLst>
              <a:ext uri="{FF2B5EF4-FFF2-40B4-BE49-F238E27FC236}">
                <a16:creationId xmlns:a16="http://schemas.microsoft.com/office/drawing/2014/main" id="{20BF3407-F127-5272-9F79-454AD35AA9C6}"/>
              </a:ext>
            </a:extLst>
          </p:cNvPr>
          <p:cNvSpPr>
            <a:spLocks noGrp="1"/>
          </p:cNvSpPr>
          <p:nvPr>
            <p:ph type="sldNum" sz="quarter" idx="16"/>
          </p:nvPr>
        </p:nvSpPr>
        <p:spPr>
          <a:xfrm>
            <a:off x="11261034" y="6482079"/>
            <a:ext cx="774715" cy="236923"/>
          </a:xfrm>
          <a:prstGeom prst="rect">
            <a:avLst/>
          </a:prstGeom>
        </p:spPr>
        <p:txBody>
          <a:bodyPr/>
          <a:lstStyle/>
          <a:p>
            <a:fld id="{8460F52F-7CAE-844F-8A72-CAF89AA35A71}" type="slidenum">
              <a:rPr lang="en-FI" smtClean="0"/>
              <a:pPr/>
              <a:t>‹#›</a:t>
            </a:fld>
            <a:endParaRPr lang="en-FI" dirty="0"/>
          </a:p>
        </p:txBody>
      </p:sp>
      <p:sp>
        <p:nvSpPr>
          <p:cNvPr id="4" name="Date Placeholder 3">
            <a:extLst>
              <a:ext uri="{FF2B5EF4-FFF2-40B4-BE49-F238E27FC236}">
                <a16:creationId xmlns:a16="http://schemas.microsoft.com/office/drawing/2014/main" id="{38BD5E74-8E7E-C1F6-13BF-D09320B4D347}"/>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658657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 image shape dark">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A78B26BC-1F3B-C567-4254-9EF16119C863}"/>
              </a:ext>
            </a:extLst>
          </p:cNvPr>
          <p:cNvSpPr>
            <a:spLocks noGrp="1"/>
          </p:cNvSpPr>
          <p:nvPr>
            <p:ph type="pic" sz="quarter" idx="13" hasCustomPrompt="1"/>
          </p:nvPr>
        </p:nvSpPr>
        <p:spPr>
          <a:xfrm>
            <a:off x="5269313" y="-11201"/>
            <a:ext cx="6928297" cy="6399850"/>
          </a:xfrm>
          <a:custGeom>
            <a:avLst/>
            <a:gdLst>
              <a:gd name="connsiteX0" fmla="*/ 2104263 w 6533506"/>
              <a:gd name="connsiteY0" fmla="*/ 0 h 5745042"/>
              <a:gd name="connsiteX1" fmla="*/ 3437821 w 6533506"/>
              <a:gd name="connsiteY1" fmla="*/ 0 h 5745042"/>
              <a:gd name="connsiteX2" fmla="*/ 3459277 w 6533506"/>
              <a:gd name="connsiteY2" fmla="*/ 764340 h 5745042"/>
              <a:gd name="connsiteX3" fmla="*/ 3994151 w 6533506"/>
              <a:gd name="connsiteY3" fmla="*/ 0 h 5745042"/>
              <a:gd name="connsiteX4" fmla="*/ 5213724 w 6533506"/>
              <a:gd name="connsiteY4" fmla="*/ 0 h 5745042"/>
              <a:gd name="connsiteX5" fmla="*/ 5198120 w 6533506"/>
              <a:gd name="connsiteY5" fmla="*/ 764340 h 5745042"/>
              <a:gd name="connsiteX6" fmla="*/ 5770054 w 6533506"/>
              <a:gd name="connsiteY6" fmla="*/ 0 h 5745042"/>
              <a:gd name="connsiteX7" fmla="*/ 6533506 w 6533506"/>
              <a:gd name="connsiteY7" fmla="*/ 0 h 5745042"/>
              <a:gd name="connsiteX8" fmla="*/ 6523346 w 6533506"/>
              <a:gd name="connsiteY8" fmla="*/ 3166961 h 5745042"/>
              <a:gd name="connsiteX9" fmla="*/ 5034884 w 6533506"/>
              <a:gd name="connsiteY9" fmla="*/ 5745042 h 5745042"/>
              <a:gd name="connsiteX10" fmla="*/ 3701326 w 6533506"/>
              <a:gd name="connsiteY10" fmla="*/ 5745042 h 5745042"/>
              <a:gd name="connsiteX11" fmla="*/ 3757648 w 6533506"/>
              <a:gd name="connsiteY11" fmla="*/ 4403852 h 5745042"/>
              <a:gd name="connsiteX12" fmla="*/ 2705638 w 6533506"/>
              <a:gd name="connsiteY12" fmla="*/ 5271717 h 5745042"/>
              <a:gd name="connsiteX13" fmla="*/ 2278653 w 6533506"/>
              <a:gd name="connsiteY13" fmla="*/ 4403852 h 5745042"/>
              <a:gd name="connsiteX14" fmla="*/ 1369094 w 6533506"/>
              <a:gd name="connsiteY14" fmla="*/ 5745042 h 5745042"/>
              <a:gd name="connsiteX15" fmla="*/ 35536 w 6533506"/>
              <a:gd name="connsiteY15" fmla="*/ 5745042 h 5745042"/>
              <a:gd name="connsiteX16" fmla="*/ 514819 w 6533506"/>
              <a:gd name="connsiteY16" fmla="*/ 2872552 h 5745042"/>
              <a:gd name="connsiteX17" fmla="*/ 2104263 w 6533506"/>
              <a:gd name="connsiteY17" fmla="*/ 0 h 5745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33506" h="5745042">
                <a:moveTo>
                  <a:pt x="2104263" y="0"/>
                </a:moveTo>
                <a:lnTo>
                  <a:pt x="3437821" y="0"/>
                </a:lnTo>
                <a:cubicBezTo>
                  <a:pt x="3476466" y="207354"/>
                  <a:pt x="3483598" y="466074"/>
                  <a:pt x="3459277" y="764340"/>
                </a:cubicBezTo>
                <a:cubicBezTo>
                  <a:pt x="3635496" y="467476"/>
                  <a:pt x="3816957" y="208268"/>
                  <a:pt x="3994151" y="0"/>
                </a:cubicBezTo>
                <a:lnTo>
                  <a:pt x="5213724" y="0"/>
                </a:lnTo>
                <a:cubicBezTo>
                  <a:pt x="5240910" y="208268"/>
                  <a:pt x="5235729" y="467476"/>
                  <a:pt x="5198120" y="764340"/>
                </a:cubicBezTo>
                <a:cubicBezTo>
                  <a:pt x="5388602" y="466074"/>
                  <a:pt x="5582071" y="207415"/>
                  <a:pt x="5770054" y="0"/>
                </a:cubicBezTo>
                <a:lnTo>
                  <a:pt x="6533506" y="0"/>
                </a:lnTo>
                <a:cubicBezTo>
                  <a:pt x="6530119" y="1055654"/>
                  <a:pt x="6526733" y="2111307"/>
                  <a:pt x="6523346" y="3166961"/>
                </a:cubicBezTo>
                <a:cubicBezTo>
                  <a:pt x="6099287" y="4268198"/>
                  <a:pt x="5551533" y="5175078"/>
                  <a:pt x="5034884" y="5745042"/>
                </a:cubicBezTo>
                <a:lnTo>
                  <a:pt x="3701326" y="5745042"/>
                </a:lnTo>
                <a:cubicBezTo>
                  <a:pt x="3639519" y="5413264"/>
                  <a:pt x="3658354" y="4950175"/>
                  <a:pt x="3757648" y="4403852"/>
                </a:cubicBezTo>
                <a:cubicBezTo>
                  <a:pt x="3376379" y="4939512"/>
                  <a:pt x="2995049" y="5271717"/>
                  <a:pt x="2705638" y="5271717"/>
                </a:cubicBezTo>
                <a:cubicBezTo>
                  <a:pt x="2416227" y="5271717"/>
                  <a:pt x="2274082" y="4939572"/>
                  <a:pt x="2278653" y="4403852"/>
                </a:cubicBezTo>
                <a:cubicBezTo>
                  <a:pt x="1984488" y="4950175"/>
                  <a:pt x="1669842" y="5413264"/>
                  <a:pt x="1369094" y="5745042"/>
                </a:cubicBezTo>
                <a:lnTo>
                  <a:pt x="35536" y="5745042"/>
                </a:lnTo>
                <a:cubicBezTo>
                  <a:pt x="-78388" y="5133399"/>
                  <a:pt x="81678" y="4075364"/>
                  <a:pt x="514819" y="2872552"/>
                </a:cubicBezTo>
                <a:cubicBezTo>
                  <a:pt x="947961" y="1669740"/>
                  <a:pt x="1549823" y="611643"/>
                  <a:pt x="2104263" y="0"/>
                </a:cubicBezTo>
                <a:close/>
              </a:path>
            </a:pathLst>
          </a:custGeom>
          <a:solidFill>
            <a:schemeClr val="tx2"/>
          </a:solidFill>
        </p:spPr>
        <p:txBody>
          <a:bodyPr wrap="square">
            <a:noAutofit/>
          </a:bodyPr>
          <a:lstStyle>
            <a:lvl1pPr marL="0" indent="0">
              <a:buNone/>
              <a:defRPr/>
            </a:lvl1pPr>
          </a:lstStyle>
          <a:p>
            <a:r>
              <a:rPr lang="en-US" dirty="0"/>
              <a:t>Image</a:t>
            </a:r>
            <a:endParaRPr lang="en-FI" dirty="0"/>
          </a:p>
        </p:txBody>
      </p:sp>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551961"/>
            <a:ext cx="5071607" cy="776263"/>
          </a:xfrm>
          <a:prstGeom prst="rect">
            <a:avLst/>
          </a:prstGeom>
        </p:spPr>
        <p:txBody>
          <a:bodyPr/>
          <a:lstStyle/>
          <a:p>
            <a:r>
              <a:rPr lang="en-US" dirty="0"/>
              <a:t>Click to edit Master title style</a:t>
            </a:r>
            <a:endParaRPr lang="en-FI" dirty="0"/>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80" y="1460129"/>
            <a:ext cx="4830669" cy="4543351"/>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sp>
        <p:nvSpPr>
          <p:cNvPr id="20" name="Footer Placeholder 19">
            <a:extLst>
              <a:ext uri="{FF2B5EF4-FFF2-40B4-BE49-F238E27FC236}">
                <a16:creationId xmlns:a16="http://schemas.microsoft.com/office/drawing/2014/main" id="{77B95FC4-5E29-A75C-65D6-ED57B6A93AAE}"/>
              </a:ext>
            </a:extLst>
          </p:cNvPr>
          <p:cNvSpPr>
            <a:spLocks noGrp="1"/>
          </p:cNvSpPr>
          <p:nvPr>
            <p:ph type="ftr" sz="quarter" idx="15"/>
          </p:nvPr>
        </p:nvSpPr>
        <p:spPr>
          <a:xfrm>
            <a:off x="1762893" y="6482080"/>
            <a:ext cx="3817776" cy="256466"/>
          </a:xfrm>
          <a:prstGeom prst="rect">
            <a:avLst/>
          </a:prstGeom>
        </p:spPr>
        <p:txBody>
          <a:bodyPr/>
          <a:lstStyle/>
          <a:p>
            <a:endParaRPr lang="en-FI" dirty="0"/>
          </a:p>
        </p:txBody>
      </p:sp>
      <p:sp>
        <p:nvSpPr>
          <p:cNvPr id="21" name="Slide Number Placeholder 20">
            <a:extLst>
              <a:ext uri="{FF2B5EF4-FFF2-40B4-BE49-F238E27FC236}">
                <a16:creationId xmlns:a16="http://schemas.microsoft.com/office/drawing/2014/main" id="{19B0323A-384B-FB33-8CE0-4A60F6835C40}"/>
              </a:ext>
            </a:extLst>
          </p:cNvPr>
          <p:cNvSpPr>
            <a:spLocks noGrp="1"/>
          </p:cNvSpPr>
          <p:nvPr>
            <p:ph type="sldNum" sz="quarter" idx="16"/>
          </p:nvPr>
        </p:nvSpPr>
        <p:spPr>
          <a:xfrm>
            <a:off x="11261034" y="6482079"/>
            <a:ext cx="774715" cy="236923"/>
          </a:xfrm>
          <a:prstGeom prst="rect">
            <a:avLst/>
          </a:prstGeom>
        </p:spPr>
        <p:txBody>
          <a:bodyPr/>
          <a:lstStyle/>
          <a:p>
            <a:fld id="{8460F52F-7CAE-844F-8A72-CAF89AA35A71}" type="slidenum">
              <a:rPr lang="en-FI" smtClean="0"/>
              <a:pPr/>
              <a:t>‹#›</a:t>
            </a:fld>
            <a:endParaRPr lang="en-FI" dirty="0"/>
          </a:p>
        </p:txBody>
      </p:sp>
      <p:cxnSp>
        <p:nvCxnSpPr>
          <p:cNvPr id="24" name="Straight Connector 23">
            <a:extLst>
              <a:ext uri="{FF2B5EF4-FFF2-40B4-BE49-F238E27FC236}">
                <a16:creationId xmlns:a16="http://schemas.microsoft.com/office/drawing/2014/main" id="{40E3B16E-80C5-2E54-3339-D199E56E208D}"/>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919DFD8E-4C25-91D3-5FC0-9782F025BFD5}"/>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41260105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 image shape  dark">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F4998A7F-9C4C-2653-3756-8497C812B2F8}"/>
              </a:ext>
            </a:extLst>
          </p:cNvPr>
          <p:cNvSpPr>
            <a:spLocks noGrp="1"/>
          </p:cNvSpPr>
          <p:nvPr>
            <p:ph type="pic" sz="quarter" idx="13" hasCustomPrompt="1"/>
          </p:nvPr>
        </p:nvSpPr>
        <p:spPr>
          <a:xfrm>
            <a:off x="8706678" y="-11220"/>
            <a:ext cx="3485322" cy="6401163"/>
          </a:xfrm>
          <a:custGeom>
            <a:avLst/>
            <a:gdLst>
              <a:gd name="connsiteX0" fmla="*/ 2123561 w 4518021"/>
              <a:gd name="connsiteY0" fmla="*/ 0 h 6857937"/>
              <a:gd name="connsiteX1" fmla="*/ 3490447 w 4518021"/>
              <a:gd name="connsiteY1" fmla="*/ 0 h 6857937"/>
              <a:gd name="connsiteX2" fmla="*/ 3485120 w 4518021"/>
              <a:gd name="connsiteY2" fmla="*/ 1000570 h 6857937"/>
              <a:gd name="connsiteX3" fmla="*/ 4248271 w 4518021"/>
              <a:gd name="connsiteY3" fmla="*/ 0 h 6857937"/>
              <a:gd name="connsiteX4" fmla="*/ 4518021 w 4518021"/>
              <a:gd name="connsiteY4" fmla="*/ 0 h 6857937"/>
              <a:gd name="connsiteX5" fmla="*/ 4518021 w 4518021"/>
              <a:gd name="connsiteY5" fmla="*/ 5080191 h 6857937"/>
              <a:gd name="connsiteX6" fmla="*/ 3376878 w 4518021"/>
              <a:gd name="connsiteY6" fmla="*/ 6857937 h 6857937"/>
              <a:gd name="connsiteX7" fmla="*/ 1682538 w 4518021"/>
              <a:gd name="connsiteY7" fmla="*/ 6857937 h 6857937"/>
              <a:gd name="connsiteX8" fmla="*/ 1765606 w 4518021"/>
              <a:gd name="connsiteY8" fmla="*/ 5352606 h 6857937"/>
              <a:gd name="connsiteX9" fmla="*/ 509879 w 4518021"/>
              <a:gd name="connsiteY9" fmla="*/ 6390386 h 6857937"/>
              <a:gd name="connsiteX10" fmla="*/ 522371 w 4518021"/>
              <a:gd name="connsiteY10" fmla="*/ 2906713 h 6857937"/>
              <a:gd name="connsiteX11" fmla="*/ 2123561 w 4518021"/>
              <a:gd name="connsiteY11" fmla="*/ 0 h 68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8021" h="6857937">
                <a:moveTo>
                  <a:pt x="2123561" y="0"/>
                </a:moveTo>
                <a:lnTo>
                  <a:pt x="3490447" y="0"/>
                </a:lnTo>
                <a:cubicBezTo>
                  <a:pt x="3537117" y="262192"/>
                  <a:pt x="3535342" y="603187"/>
                  <a:pt x="3485120" y="1000570"/>
                </a:cubicBezTo>
                <a:cubicBezTo>
                  <a:pt x="3739779" y="601091"/>
                  <a:pt x="3998876" y="261049"/>
                  <a:pt x="4248271" y="0"/>
                </a:cubicBezTo>
                <a:lnTo>
                  <a:pt x="4518021" y="0"/>
                </a:lnTo>
                <a:lnTo>
                  <a:pt x="4518021" y="5080191"/>
                </a:lnTo>
                <a:cubicBezTo>
                  <a:pt x="4155057" y="5797614"/>
                  <a:pt x="3758548" y="6412802"/>
                  <a:pt x="3376878" y="6857937"/>
                </a:cubicBezTo>
                <a:lnTo>
                  <a:pt x="1682538" y="6857937"/>
                </a:lnTo>
                <a:cubicBezTo>
                  <a:pt x="1628892" y="6470206"/>
                  <a:pt x="1656603" y="5953506"/>
                  <a:pt x="1765606" y="5352606"/>
                </a:cubicBezTo>
                <a:cubicBezTo>
                  <a:pt x="1310569" y="5993194"/>
                  <a:pt x="855342" y="6390386"/>
                  <a:pt x="509879" y="6390386"/>
                </a:cubicBezTo>
                <a:cubicBezTo>
                  <a:pt x="-174832" y="6390386"/>
                  <a:pt x="-169189" y="4830699"/>
                  <a:pt x="522371" y="2906713"/>
                </a:cubicBezTo>
                <a:cubicBezTo>
                  <a:pt x="958829" y="1692529"/>
                  <a:pt x="1564213" y="623570"/>
                  <a:pt x="2123561" y="0"/>
                </a:cubicBezTo>
                <a:close/>
              </a:path>
            </a:pathLst>
          </a:custGeom>
          <a:solidFill>
            <a:schemeClr val="tx2"/>
          </a:solidFill>
        </p:spPr>
        <p:txBody>
          <a:bodyPr wrap="square">
            <a:noAutofit/>
          </a:bodyPr>
          <a:lstStyle>
            <a:lvl1pPr marL="0" indent="0">
              <a:buNone/>
              <a:defRPr/>
            </a:lvl1pPr>
          </a:lstStyle>
          <a:p>
            <a:r>
              <a:rPr lang="en-US" dirty="0"/>
              <a:t>Image</a:t>
            </a:r>
            <a:endParaRPr lang="en-FI" dirty="0"/>
          </a:p>
        </p:txBody>
      </p:sp>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546677"/>
            <a:ext cx="7716108" cy="776263"/>
          </a:xfrm>
          <a:prstGeom prst="rect">
            <a:avLst/>
          </a:prstGeom>
        </p:spPr>
        <p:txBody>
          <a:bodyPr/>
          <a:lstStyle/>
          <a:p>
            <a:r>
              <a:rPr lang="en-US"/>
              <a:t>Click to edit Master title style</a:t>
            </a:r>
            <a:endParaRPr lang="en-FI" dirty="0"/>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80" y="1454845"/>
            <a:ext cx="7716109" cy="4850265"/>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sp>
        <p:nvSpPr>
          <p:cNvPr id="13" name="Footer Placeholder 12">
            <a:extLst>
              <a:ext uri="{FF2B5EF4-FFF2-40B4-BE49-F238E27FC236}">
                <a16:creationId xmlns:a16="http://schemas.microsoft.com/office/drawing/2014/main" id="{0872C82B-1A95-F488-6987-8D36D7085FDD}"/>
              </a:ext>
            </a:extLst>
          </p:cNvPr>
          <p:cNvSpPr>
            <a:spLocks noGrp="1"/>
          </p:cNvSpPr>
          <p:nvPr>
            <p:ph type="ftr" sz="quarter" idx="15"/>
          </p:nvPr>
        </p:nvSpPr>
        <p:spPr>
          <a:xfrm>
            <a:off x="1762893" y="6482080"/>
            <a:ext cx="3817776" cy="256466"/>
          </a:xfrm>
          <a:prstGeom prst="rect">
            <a:avLst/>
          </a:prstGeom>
        </p:spPr>
        <p:txBody>
          <a:bodyPr/>
          <a:lstStyle/>
          <a:p>
            <a:endParaRPr lang="en-FI" dirty="0"/>
          </a:p>
        </p:txBody>
      </p:sp>
      <p:sp>
        <p:nvSpPr>
          <p:cNvPr id="14" name="Slide Number Placeholder 13">
            <a:extLst>
              <a:ext uri="{FF2B5EF4-FFF2-40B4-BE49-F238E27FC236}">
                <a16:creationId xmlns:a16="http://schemas.microsoft.com/office/drawing/2014/main" id="{5920E6D2-5378-3308-6BA1-B71C996B39C5}"/>
              </a:ext>
            </a:extLst>
          </p:cNvPr>
          <p:cNvSpPr>
            <a:spLocks noGrp="1"/>
          </p:cNvSpPr>
          <p:nvPr>
            <p:ph type="sldNum" sz="quarter" idx="16"/>
          </p:nvPr>
        </p:nvSpPr>
        <p:spPr>
          <a:xfrm>
            <a:off x="11261034" y="6482079"/>
            <a:ext cx="774715" cy="236923"/>
          </a:xfrm>
          <a:prstGeom prst="rect">
            <a:avLst/>
          </a:prstGeom>
        </p:spPr>
        <p:txBody>
          <a:bodyPr/>
          <a:lstStyle/>
          <a:p>
            <a:fld id="{8460F52F-7CAE-844F-8A72-CAF89AA35A71}" type="slidenum">
              <a:rPr lang="en-FI" smtClean="0"/>
              <a:pPr/>
              <a:t>‹#›</a:t>
            </a:fld>
            <a:endParaRPr lang="en-FI" dirty="0"/>
          </a:p>
        </p:txBody>
      </p:sp>
      <p:cxnSp>
        <p:nvCxnSpPr>
          <p:cNvPr id="17" name="Straight Connector 16">
            <a:extLst>
              <a:ext uri="{FF2B5EF4-FFF2-40B4-BE49-F238E27FC236}">
                <a16:creationId xmlns:a16="http://schemas.microsoft.com/office/drawing/2014/main" id="{47FE8D62-FD1B-AD09-6441-0DBA7641FCDA}"/>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F4BA187D-86B1-9ADD-D859-2BA0F73D1020}"/>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11600391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x 2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291DF-9697-EEA2-91D0-D19B949CFD14}"/>
              </a:ext>
            </a:extLst>
          </p:cNvPr>
          <p:cNvSpPr>
            <a:spLocks noGrp="1"/>
          </p:cNvSpPr>
          <p:nvPr>
            <p:ph type="title"/>
          </p:nvPr>
        </p:nvSpPr>
        <p:spPr>
          <a:xfrm>
            <a:off x="335280" y="404407"/>
            <a:ext cx="11700470" cy="918533"/>
          </a:xfrm>
          <a:prstGeom prst="rect">
            <a:avLst/>
          </a:prstGeom>
        </p:spPr>
        <p:txBody>
          <a:bodyPr/>
          <a:lstStyle/>
          <a:p>
            <a:r>
              <a:rPr lang="en-US" dirty="0"/>
              <a:t>Click to edit Master title style</a:t>
            </a:r>
            <a:endParaRPr lang="en-FI" dirty="0"/>
          </a:p>
        </p:txBody>
      </p:sp>
      <p:sp>
        <p:nvSpPr>
          <p:cNvPr id="3" name="Content Placeholder 2">
            <a:extLst>
              <a:ext uri="{FF2B5EF4-FFF2-40B4-BE49-F238E27FC236}">
                <a16:creationId xmlns:a16="http://schemas.microsoft.com/office/drawing/2014/main" id="{23092626-D456-FABA-E247-84ECD4CCC986}"/>
              </a:ext>
            </a:extLst>
          </p:cNvPr>
          <p:cNvSpPr>
            <a:spLocks noGrp="1"/>
          </p:cNvSpPr>
          <p:nvPr>
            <p:ph idx="1"/>
          </p:nvPr>
        </p:nvSpPr>
        <p:spPr>
          <a:xfrm>
            <a:off x="335226" y="1454843"/>
            <a:ext cx="5627272" cy="4826541"/>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sp>
        <p:nvSpPr>
          <p:cNvPr id="11" name="Footer Placeholder 10">
            <a:extLst>
              <a:ext uri="{FF2B5EF4-FFF2-40B4-BE49-F238E27FC236}">
                <a16:creationId xmlns:a16="http://schemas.microsoft.com/office/drawing/2014/main" id="{83942940-81F1-12FF-DC8C-2D018AD872EF}"/>
              </a:ext>
            </a:extLst>
          </p:cNvPr>
          <p:cNvSpPr>
            <a:spLocks noGrp="1"/>
          </p:cNvSpPr>
          <p:nvPr>
            <p:ph type="ftr" sz="quarter" idx="11"/>
          </p:nvPr>
        </p:nvSpPr>
        <p:spPr>
          <a:xfrm>
            <a:off x="1762893" y="6482080"/>
            <a:ext cx="3817776" cy="256466"/>
          </a:xfrm>
          <a:prstGeom prst="rect">
            <a:avLst/>
          </a:prstGeom>
        </p:spPr>
        <p:txBody>
          <a:bodyPr/>
          <a:lstStyle>
            <a:lvl1pPr>
              <a:defRPr>
                <a:solidFill>
                  <a:schemeClr val="bg1"/>
                </a:solidFill>
              </a:defRPr>
            </a:lvl1pPr>
          </a:lstStyle>
          <a:p>
            <a:endParaRPr lang="en-FI" dirty="0">
              <a:solidFill>
                <a:schemeClr val="bg1"/>
              </a:solidFill>
            </a:endParaRPr>
          </a:p>
        </p:txBody>
      </p:sp>
      <p:sp>
        <p:nvSpPr>
          <p:cNvPr id="12" name="Slide Number Placeholder 11">
            <a:extLst>
              <a:ext uri="{FF2B5EF4-FFF2-40B4-BE49-F238E27FC236}">
                <a16:creationId xmlns:a16="http://schemas.microsoft.com/office/drawing/2014/main" id="{2766B125-B1DF-0D84-721C-C5F396F34886}"/>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pPr/>
              <a:t>‹#›</a:t>
            </a:fld>
            <a:endParaRPr lang="en-FI"/>
          </a:p>
        </p:txBody>
      </p:sp>
      <p:sp>
        <p:nvSpPr>
          <p:cNvPr id="4" name="Content Placeholder 2">
            <a:extLst>
              <a:ext uri="{FF2B5EF4-FFF2-40B4-BE49-F238E27FC236}">
                <a16:creationId xmlns:a16="http://schemas.microsoft.com/office/drawing/2014/main" id="{8C960676-A246-421A-39A7-9967F39CD5F6}"/>
              </a:ext>
            </a:extLst>
          </p:cNvPr>
          <p:cNvSpPr>
            <a:spLocks noGrp="1"/>
          </p:cNvSpPr>
          <p:nvPr>
            <p:ph idx="14"/>
          </p:nvPr>
        </p:nvSpPr>
        <p:spPr>
          <a:xfrm>
            <a:off x="6219562" y="1464926"/>
            <a:ext cx="5816188" cy="4826541"/>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cxnSp>
        <p:nvCxnSpPr>
          <p:cNvPr id="5" name="Straight Connector 4">
            <a:extLst>
              <a:ext uri="{FF2B5EF4-FFF2-40B4-BE49-F238E27FC236}">
                <a16:creationId xmlns:a16="http://schemas.microsoft.com/office/drawing/2014/main" id="{1836466E-2018-E790-8256-DCB7071ED64A}"/>
              </a:ext>
            </a:extLst>
          </p:cNvPr>
          <p:cNvCxnSpPr>
            <a:cxnSpLocks/>
          </p:cNvCxnSpPr>
          <p:nvPr userDrawn="1"/>
        </p:nvCxnSpPr>
        <p:spPr>
          <a:xfrm>
            <a:off x="6104511" y="1464926"/>
            <a:ext cx="0" cy="47760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FBD047E-50E7-4708-3E34-8CF08654664B}"/>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Date Placeholder 3">
            <a:extLst>
              <a:ext uri="{FF2B5EF4-FFF2-40B4-BE49-F238E27FC236}">
                <a16:creationId xmlns:a16="http://schemas.microsoft.com/office/drawing/2014/main" id="{DE0EE374-7496-A6CF-F816-F2CC62D23434}"/>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40517556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 subtitles dark">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0B84B6-4287-FA12-D06E-034113040EE9}"/>
              </a:ext>
            </a:extLst>
          </p:cNvPr>
          <p:cNvSpPr>
            <a:spLocks noGrp="1"/>
          </p:cNvSpPr>
          <p:nvPr>
            <p:ph type="body" idx="1"/>
          </p:nvPr>
        </p:nvSpPr>
        <p:spPr>
          <a:xfrm>
            <a:off x="335279" y="1474287"/>
            <a:ext cx="5677163" cy="588086"/>
          </a:xfrm>
        </p:spPr>
        <p:txBody>
          <a:bodyPr anchor="b"/>
          <a:lstStyle>
            <a:lvl1pPr marL="0" indent="0">
              <a:buNone/>
              <a:defRPr sz="25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E02DFDF1-877E-B79A-BBB0-4C72D93869A7}"/>
              </a:ext>
            </a:extLst>
          </p:cNvPr>
          <p:cNvSpPr>
            <a:spLocks noGrp="1"/>
          </p:cNvSpPr>
          <p:nvPr>
            <p:ph type="body" sz="quarter" idx="3"/>
          </p:nvPr>
        </p:nvSpPr>
        <p:spPr>
          <a:xfrm>
            <a:off x="6234745" y="1447057"/>
            <a:ext cx="5661269" cy="615315"/>
          </a:xfrm>
        </p:spPr>
        <p:txBody>
          <a:bodyPr anchor="b"/>
          <a:lstStyle>
            <a:lvl1pPr marL="0" indent="0">
              <a:buNone/>
              <a:defRPr sz="25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Footer Placeholder 7">
            <a:extLst>
              <a:ext uri="{FF2B5EF4-FFF2-40B4-BE49-F238E27FC236}">
                <a16:creationId xmlns:a16="http://schemas.microsoft.com/office/drawing/2014/main" id="{4CC0D047-00DC-9B45-6C26-0BD02FB79347}"/>
              </a:ext>
            </a:extLst>
          </p:cNvPr>
          <p:cNvSpPr>
            <a:spLocks noGrp="1"/>
          </p:cNvSpPr>
          <p:nvPr>
            <p:ph type="ftr" sz="quarter" idx="11"/>
          </p:nvPr>
        </p:nvSpPr>
        <p:spPr>
          <a:xfrm>
            <a:off x="1762893" y="6482080"/>
            <a:ext cx="3817776" cy="256466"/>
          </a:xfrm>
          <a:prstGeom prst="rect">
            <a:avLst/>
          </a:prstGeom>
        </p:spPr>
        <p:txBody>
          <a:bodyPr/>
          <a:lstStyle/>
          <a:p>
            <a:endParaRPr lang="en-FI"/>
          </a:p>
        </p:txBody>
      </p:sp>
      <p:sp>
        <p:nvSpPr>
          <p:cNvPr id="9" name="Slide Number Placeholder 8">
            <a:extLst>
              <a:ext uri="{FF2B5EF4-FFF2-40B4-BE49-F238E27FC236}">
                <a16:creationId xmlns:a16="http://schemas.microsoft.com/office/drawing/2014/main" id="{80EB4D28-A3D2-E242-7115-D1F637EBFB4F}"/>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t>‹#›</a:t>
            </a:fld>
            <a:endParaRPr lang="en-FI"/>
          </a:p>
        </p:txBody>
      </p:sp>
      <p:sp>
        <p:nvSpPr>
          <p:cNvPr id="14" name="Title 1">
            <a:extLst>
              <a:ext uri="{FF2B5EF4-FFF2-40B4-BE49-F238E27FC236}">
                <a16:creationId xmlns:a16="http://schemas.microsoft.com/office/drawing/2014/main" id="{C2DA0ACD-644D-1F05-B6FD-86E86241AAB3}"/>
              </a:ext>
            </a:extLst>
          </p:cNvPr>
          <p:cNvSpPr>
            <a:spLocks noGrp="1"/>
          </p:cNvSpPr>
          <p:nvPr>
            <p:ph type="title"/>
          </p:nvPr>
        </p:nvSpPr>
        <p:spPr>
          <a:xfrm>
            <a:off x="335280" y="313290"/>
            <a:ext cx="11048591" cy="1009651"/>
          </a:xfrm>
          <a:prstGeom prst="rect">
            <a:avLst/>
          </a:prstGeom>
        </p:spPr>
        <p:txBody>
          <a:bodyPr/>
          <a:lstStyle>
            <a:lvl1pPr>
              <a:defRPr>
                <a:solidFill>
                  <a:schemeClr val="bg1"/>
                </a:solidFill>
              </a:defRPr>
            </a:lvl1pPr>
          </a:lstStyle>
          <a:p>
            <a:r>
              <a:rPr lang="en-US" dirty="0"/>
              <a:t>Click to edit Master title style</a:t>
            </a:r>
            <a:endParaRPr lang="en-FI" dirty="0"/>
          </a:p>
        </p:txBody>
      </p:sp>
      <p:sp>
        <p:nvSpPr>
          <p:cNvPr id="15" name="Content Placeholder 2">
            <a:extLst>
              <a:ext uri="{FF2B5EF4-FFF2-40B4-BE49-F238E27FC236}">
                <a16:creationId xmlns:a16="http://schemas.microsoft.com/office/drawing/2014/main" id="{32E05EAB-211C-BB98-9379-095BC33C4F65}"/>
              </a:ext>
            </a:extLst>
          </p:cNvPr>
          <p:cNvSpPr>
            <a:spLocks noGrp="1"/>
          </p:cNvSpPr>
          <p:nvPr>
            <p:ph idx="13"/>
          </p:nvPr>
        </p:nvSpPr>
        <p:spPr>
          <a:xfrm>
            <a:off x="335280" y="2180870"/>
            <a:ext cx="5677166" cy="4136779"/>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cxnSp>
        <p:nvCxnSpPr>
          <p:cNvPr id="16" name="Straight Connector 15">
            <a:extLst>
              <a:ext uri="{FF2B5EF4-FFF2-40B4-BE49-F238E27FC236}">
                <a16:creationId xmlns:a16="http://schemas.microsoft.com/office/drawing/2014/main" id="{1B123589-3CAE-F769-38AD-7AA3594733A0}"/>
              </a:ext>
            </a:extLst>
          </p:cNvPr>
          <p:cNvCxnSpPr>
            <a:cxnSpLocks/>
          </p:cNvCxnSpPr>
          <p:nvPr userDrawn="1"/>
        </p:nvCxnSpPr>
        <p:spPr>
          <a:xfrm flipV="1">
            <a:off x="6129225" y="1479520"/>
            <a:ext cx="0" cy="4838129"/>
          </a:xfrm>
          <a:prstGeom prst="line">
            <a:avLst/>
          </a:prstGeom>
        </p:spPr>
        <p:style>
          <a:lnRef idx="2">
            <a:schemeClr val="accent1"/>
          </a:lnRef>
          <a:fillRef idx="0">
            <a:schemeClr val="accent1"/>
          </a:fillRef>
          <a:effectRef idx="1">
            <a:schemeClr val="accent1"/>
          </a:effectRef>
          <a:fontRef idx="minor">
            <a:schemeClr val="tx1"/>
          </a:fontRef>
        </p:style>
      </p:cxnSp>
      <p:sp>
        <p:nvSpPr>
          <p:cNvPr id="17" name="Content Placeholder 2">
            <a:extLst>
              <a:ext uri="{FF2B5EF4-FFF2-40B4-BE49-F238E27FC236}">
                <a16:creationId xmlns:a16="http://schemas.microsoft.com/office/drawing/2014/main" id="{9B7D11B7-F0F2-E8DE-5DD6-05ABDD4139A2}"/>
              </a:ext>
            </a:extLst>
          </p:cNvPr>
          <p:cNvSpPr>
            <a:spLocks noGrp="1"/>
          </p:cNvSpPr>
          <p:nvPr>
            <p:ph idx="14"/>
          </p:nvPr>
        </p:nvSpPr>
        <p:spPr>
          <a:xfrm>
            <a:off x="6234746" y="2180870"/>
            <a:ext cx="5677166" cy="4136779"/>
          </a:xfrm>
        </p:spPr>
        <p:txBody>
          <a:bodyPr/>
          <a:lstStyle>
            <a:lvl1pPr>
              <a:lnSpc>
                <a:spcPct val="100000"/>
              </a:lnSpc>
              <a:spcAft>
                <a:spcPts val="500"/>
              </a:spcAft>
              <a:defRPr/>
            </a:lvl1pPr>
            <a:lvl2pPr>
              <a:lnSpc>
                <a:spcPct val="100000"/>
              </a:lnSpc>
              <a:spcAft>
                <a:spcPts val="500"/>
              </a:spcAft>
              <a:defRPr/>
            </a:lvl2pPr>
            <a:lvl3pPr>
              <a:lnSpc>
                <a:spcPct val="100000"/>
              </a:lnSpc>
              <a:spcAft>
                <a:spcPts val="500"/>
              </a:spcAft>
              <a:defRPr/>
            </a:lvl3pPr>
            <a:lvl4pPr>
              <a:lnSpc>
                <a:spcPct val="100000"/>
              </a:lnSpc>
              <a:spcAft>
                <a:spcPts val="500"/>
              </a:spcAft>
              <a:defRPr/>
            </a:lvl4pPr>
            <a:lvl5pPr>
              <a:lnSpc>
                <a:spcPct val="100000"/>
              </a:lnSpc>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cxnSp>
        <p:nvCxnSpPr>
          <p:cNvPr id="21" name="Straight Connector 20">
            <a:extLst>
              <a:ext uri="{FF2B5EF4-FFF2-40B4-BE49-F238E27FC236}">
                <a16:creationId xmlns:a16="http://schemas.microsoft.com/office/drawing/2014/main" id="{3D4C7CEB-1C33-B7D2-458C-4D2619E6E85F}"/>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Date Placeholder 3">
            <a:extLst>
              <a:ext uri="{FF2B5EF4-FFF2-40B4-BE49-F238E27FC236}">
                <a16:creationId xmlns:a16="http://schemas.microsoft.com/office/drawing/2014/main" id="{F72422B8-1CC5-ED67-24A0-ECECAD123766}"/>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25426790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3 images dark">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4CC0D047-00DC-9B45-6C26-0BD02FB79347}"/>
              </a:ext>
            </a:extLst>
          </p:cNvPr>
          <p:cNvSpPr>
            <a:spLocks noGrp="1"/>
          </p:cNvSpPr>
          <p:nvPr>
            <p:ph type="ftr" sz="quarter" idx="11"/>
          </p:nvPr>
        </p:nvSpPr>
        <p:spPr>
          <a:xfrm>
            <a:off x="1762893" y="6482080"/>
            <a:ext cx="3817776" cy="256466"/>
          </a:xfrm>
          <a:prstGeom prst="rect">
            <a:avLst/>
          </a:prstGeom>
        </p:spPr>
        <p:txBody>
          <a:bodyPr/>
          <a:lstStyle/>
          <a:p>
            <a:endParaRPr lang="en-FI"/>
          </a:p>
        </p:txBody>
      </p:sp>
      <p:sp>
        <p:nvSpPr>
          <p:cNvPr id="9" name="Slide Number Placeholder 8">
            <a:extLst>
              <a:ext uri="{FF2B5EF4-FFF2-40B4-BE49-F238E27FC236}">
                <a16:creationId xmlns:a16="http://schemas.microsoft.com/office/drawing/2014/main" id="{80EB4D28-A3D2-E242-7115-D1F637EBFB4F}"/>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t>‹#›</a:t>
            </a:fld>
            <a:endParaRPr lang="en-FI"/>
          </a:p>
        </p:txBody>
      </p:sp>
      <p:sp>
        <p:nvSpPr>
          <p:cNvPr id="14" name="Title 1">
            <a:extLst>
              <a:ext uri="{FF2B5EF4-FFF2-40B4-BE49-F238E27FC236}">
                <a16:creationId xmlns:a16="http://schemas.microsoft.com/office/drawing/2014/main" id="{C2DA0ACD-644D-1F05-B6FD-86E86241AAB3}"/>
              </a:ext>
            </a:extLst>
          </p:cNvPr>
          <p:cNvSpPr>
            <a:spLocks noGrp="1"/>
          </p:cNvSpPr>
          <p:nvPr>
            <p:ph type="title"/>
          </p:nvPr>
        </p:nvSpPr>
        <p:spPr>
          <a:xfrm>
            <a:off x="335280" y="313290"/>
            <a:ext cx="11048591" cy="1009651"/>
          </a:xfrm>
          <a:prstGeom prst="rect">
            <a:avLst/>
          </a:prstGeom>
        </p:spPr>
        <p:txBody>
          <a:bodyPr/>
          <a:lstStyle/>
          <a:p>
            <a:r>
              <a:rPr lang="en-US"/>
              <a:t>Click to edit Master title style</a:t>
            </a:r>
            <a:endParaRPr lang="en-FI"/>
          </a:p>
        </p:txBody>
      </p:sp>
      <p:sp>
        <p:nvSpPr>
          <p:cNvPr id="15" name="Content Placeholder 2">
            <a:extLst>
              <a:ext uri="{FF2B5EF4-FFF2-40B4-BE49-F238E27FC236}">
                <a16:creationId xmlns:a16="http://schemas.microsoft.com/office/drawing/2014/main" id="{32E05EAB-211C-BB98-9379-095BC33C4F65}"/>
              </a:ext>
            </a:extLst>
          </p:cNvPr>
          <p:cNvSpPr>
            <a:spLocks noGrp="1"/>
          </p:cNvSpPr>
          <p:nvPr>
            <p:ph idx="13"/>
          </p:nvPr>
        </p:nvSpPr>
        <p:spPr>
          <a:xfrm>
            <a:off x="335280" y="4470211"/>
            <a:ext cx="3422330" cy="1771563"/>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4" name="Picture Placeholder 3">
            <a:extLst>
              <a:ext uri="{FF2B5EF4-FFF2-40B4-BE49-F238E27FC236}">
                <a16:creationId xmlns:a16="http://schemas.microsoft.com/office/drawing/2014/main" id="{31ED8930-DFB4-66D8-209D-ACEB19C41EEC}"/>
              </a:ext>
            </a:extLst>
          </p:cNvPr>
          <p:cNvSpPr>
            <a:spLocks noGrp="1"/>
          </p:cNvSpPr>
          <p:nvPr>
            <p:ph type="pic" sz="quarter" idx="14" hasCustomPrompt="1"/>
          </p:nvPr>
        </p:nvSpPr>
        <p:spPr>
          <a:xfrm>
            <a:off x="335280" y="1484662"/>
            <a:ext cx="3422330" cy="2754312"/>
          </a:xfrm>
          <a:solidFill>
            <a:schemeClr val="tx2"/>
          </a:solidFill>
        </p:spPr>
        <p:txBody>
          <a:bodyPr/>
          <a:lstStyle>
            <a:lvl1pPr marL="0" indent="0">
              <a:buNone/>
              <a:defRPr/>
            </a:lvl1pPr>
          </a:lstStyle>
          <a:p>
            <a:r>
              <a:rPr lang="en-FI" dirty="0"/>
              <a:t> </a:t>
            </a:r>
          </a:p>
        </p:txBody>
      </p:sp>
      <p:sp>
        <p:nvSpPr>
          <p:cNvPr id="6" name="Content Placeholder 2">
            <a:extLst>
              <a:ext uri="{FF2B5EF4-FFF2-40B4-BE49-F238E27FC236}">
                <a16:creationId xmlns:a16="http://schemas.microsoft.com/office/drawing/2014/main" id="{78B2486D-36EA-A406-128E-07CB4CCB651E}"/>
              </a:ext>
            </a:extLst>
          </p:cNvPr>
          <p:cNvSpPr>
            <a:spLocks noGrp="1"/>
          </p:cNvSpPr>
          <p:nvPr>
            <p:ph idx="15"/>
          </p:nvPr>
        </p:nvSpPr>
        <p:spPr>
          <a:xfrm>
            <a:off x="4412811" y="4470211"/>
            <a:ext cx="3422330" cy="1771563"/>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12" name="Picture Placeholder 3">
            <a:extLst>
              <a:ext uri="{FF2B5EF4-FFF2-40B4-BE49-F238E27FC236}">
                <a16:creationId xmlns:a16="http://schemas.microsoft.com/office/drawing/2014/main" id="{564EDBB8-73AC-EA25-40DC-7A26E740044C}"/>
              </a:ext>
            </a:extLst>
          </p:cNvPr>
          <p:cNvSpPr>
            <a:spLocks noGrp="1"/>
          </p:cNvSpPr>
          <p:nvPr>
            <p:ph type="pic" sz="quarter" idx="16" hasCustomPrompt="1"/>
          </p:nvPr>
        </p:nvSpPr>
        <p:spPr>
          <a:xfrm>
            <a:off x="4412811" y="1484662"/>
            <a:ext cx="3422330" cy="2754312"/>
          </a:xfrm>
          <a:solidFill>
            <a:schemeClr val="tx2"/>
          </a:solidFill>
        </p:spPr>
        <p:txBody>
          <a:bodyPr/>
          <a:lstStyle>
            <a:lvl1pPr marL="0" indent="0">
              <a:buNone/>
              <a:defRPr/>
            </a:lvl1pPr>
          </a:lstStyle>
          <a:p>
            <a:r>
              <a:rPr lang="en-FI" dirty="0"/>
              <a:t> </a:t>
            </a:r>
          </a:p>
        </p:txBody>
      </p:sp>
      <p:sp>
        <p:nvSpPr>
          <p:cNvPr id="18" name="Content Placeholder 2">
            <a:extLst>
              <a:ext uri="{FF2B5EF4-FFF2-40B4-BE49-F238E27FC236}">
                <a16:creationId xmlns:a16="http://schemas.microsoft.com/office/drawing/2014/main" id="{CB5F7F4A-BE75-8050-EE53-50EB9F829DE1}"/>
              </a:ext>
            </a:extLst>
          </p:cNvPr>
          <p:cNvSpPr>
            <a:spLocks noGrp="1"/>
          </p:cNvSpPr>
          <p:nvPr>
            <p:ph idx="17"/>
          </p:nvPr>
        </p:nvSpPr>
        <p:spPr>
          <a:xfrm>
            <a:off x="8514666" y="4470211"/>
            <a:ext cx="3398006" cy="1771563"/>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19" name="Picture Placeholder 3">
            <a:extLst>
              <a:ext uri="{FF2B5EF4-FFF2-40B4-BE49-F238E27FC236}">
                <a16:creationId xmlns:a16="http://schemas.microsoft.com/office/drawing/2014/main" id="{D120DBB7-A33A-EFC0-48CF-2C332927897B}"/>
              </a:ext>
            </a:extLst>
          </p:cNvPr>
          <p:cNvSpPr>
            <a:spLocks noGrp="1"/>
          </p:cNvSpPr>
          <p:nvPr>
            <p:ph type="pic" sz="quarter" idx="18" hasCustomPrompt="1"/>
          </p:nvPr>
        </p:nvSpPr>
        <p:spPr>
          <a:xfrm>
            <a:off x="8490342" y="1484662"/>
            <a:ext cx="3422330" cy="2754312"/>
          </a:xfrm>
          <a:solidFill>
            <a:schemeClr val="tx2"/>
          </a:solidFill>
        </p:spPr>
        <p:txBody>
          <a:bodyPr/>
          <a:lstStyle>
            <a:lvl1pPr marL="0" indent="0">
              <a:buNone/>
              <a:defRPr/>
            </a:lvl1pPr>
          </a:lstStyle>
          <a:p>
            <a:r>
              <a:rPr lang="en-FI" dirty="0"/>
              <a:t> </a:t>
            </a:r>
          </a:p>
        </p:txBody>
      </p:sp>
      <p:cxnSp>
        <p:nvCxnSpPr>
          <p:cNvPr id="23" name="Straight Connector 22">
            <a:extLst>
              <a:ext uri="{FF2B5EF4-FFF2-40B4-BE49-F238E27FC236}">
                <a16:creationId xmlns:a16="http://schemas.microsoft.com/office/drawing/2014/main" id="{03EF82EA-3E26-E681-5EFB-54F2058418E2}"/>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Date Placeholder 3">
            <a:extLst>
              <a:ext uri="{FF2B5EF4-FFF2-40B4-BE49-F238E27FC236}">
                <a16:creationId xmlns:a16="http://schemas.microsoft.com/office/drawing/2014/main" id="{CCFF2D69-F907-DE3F-3F76-799228B31389}"/>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26624429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3 image shapes dark">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AE4B651D-5ADB-7D12-66F8-B801D3DE6D2B}"/>
              </a:ext>
            </a:extLst>
          </p:cNvPr>
          <p:cNvSpPr>
            <a:spLocks noGrp="1"/>
          </p:cNvSpPr>
          <p:nvPr>
            <p:ph type="pic" sz="quarter" idx="18" hasCustomPrompt="1"/>
          </p:nvPr>
        </p:nvSpPr>
        <p:spPr>
          <a:xfrm>
            <a:off x="331404" y="1390915"/>
            <a:ext cx="3371484" cy="3236426"/>
          </a:xfrm>
          <a:custGeom>
            <a:avLst/>
            <a:gdLst>
              <a:gd name="connsiteX0" fmla="*/ 1194495 w 2870374"/>
              <a:gd name="connsiteY0" fmla="*/ 0 h 2755390"/>
              <a:gd name="connsiteX1" fmla="*/ 1390846 w 2870374"/>
              <a:gd name="connsiteY1" fmla="*/ 530309 h 2755390"/>
              <a:gd name="connsiteX2" fmla="*/ 1931401 w 2870374"/>
              <a:gd name="connsiteY2" fmla="*/ 0 h 2755390"/>
              <a:gd name="connsiteX3" fmla="*/ 2089962 w 2870374"/>
              <a:gd name="connsiteY3" fmla="*/ 530309 h 2755390"/>
              <a:gd name="connsiteX4" fmla="*/ 2668332 w 2870374"/>
              <a:gd name="connsiteY4" fmla="*/ 0 h 2755390"/>
              <a:gd name="connsiteX5" fmla="*/ 2663381 w 2870374"/>
              <a:gd name="connsiteY5" fmla="*/ 1377695 h 2755390"/>
              <a:gd name="connsiteX6" fmla="*/ 1675889 w 2870374"/>
              <a:gd name="connsiteY6" fmla="*/ 2755390 h 2755390"/>
              <a:gd name="connsiteX7" fmla="*/ 1510809 w 2870374"/>
              <a:gd name="connsiteY7" fmla="*/ 1993237 h 2755390"/>
              <a:gd name="connsiteX8" fmla="*/ 1087839 w 2870374"/>
              <a:gd name="connsiteY8" fmla="*/ 2342082 h 2755390"/>
              <a:gd name="connsiteX9" fmla="*/ 916167 w 2870374"/>
              <a:gd name="connsiteY9" fmla="*/ 1993237 h 2755390"/>
              <a:gd name="connsiteX10" fmla="*/ 202052 w 2870374"/>
              <a:gd name="connsiteY10" fmla="*/ 2755390 h 2755390"/>
              <a:gd name="connsiteX11" fmla="*/ 207003 w 2870374"/>
              <a:gd name="connsiteY11" fmla="*/ 1377695 h 2755390"/>
              <a:gd name="connsiteX12" fmla="*/ 1194495 w 2870374"/>
              <a:gd name="connsiteY12" fmla="*/ 0 h 275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0374" h="2755390">
                <a:moveTo>
                  <a:pt x="1194495" y="0"/>
                </a:moveTo>
                <a:cubicBezTo>
                  <a:pt x="1351880" y="0"/>
                  <a:pt x="1417191" y="207524"/>
                  <a:pt x="1390846" y="530309"/>
                </a:cubicBezTo>
                <a:cubicBezTo>
                  <a:pt x="1580434" y="210977"/>
                  <a:pt x="1785118" y="0"/>
                  <a:pt x="1931401" y="0"/>
                </a:cubicBezTo>
                <a:cubicBezTo>
                  <a:pt x="2077684" y="0"/>
                  <a:pt x="2130399" y="210977"/>
                  <a:pt x="2089962" y="530309"/>
                </a:cubicBezTo>
                <a:cubicBezTo>
                  <a:pt x="2296141" y="207524"/>
                  <a:pt x="2510971" y="0"/>
                  <a:pt x="2668332" y="0"/>
                </a:cubicBezTo>
                <a:cubicBezTo>
                  <a:pt x="2939650" y="0"/>
                  <a:pt x="2937420" y="616816"/>
                  <a:pt x="2663381" y="1377695"/>
                </a:cubicBezTo>
                <a:cubicBezTo>
                  <a:pt x="2389317" y="2138575"/>
                  <a:pt x="1947208" y="2755390"/>
                  <a:pt x="1675889" y="2755390"/>
                </a:cubicBezTo>
                <a:cubicBezTo>
                  <a:pt x="1483459" y="2755390"/>
                  <a:pt x="1428661" y="2445096"/>
                  <a:pt x="1510809" y="1993237"/>
                </a:cubicBezTo>
                <a:cubicBezTo>
                  <a:pt x="1357516" y="2208549"/>
                  <a:pt x="1204199" y="2342082"/>
                  <a:pt x="1087839" y="2342082"/>
                </a:cubicBezTo>
                <a:cubicBezTo>
                  <a:pt x="971479" y="2342082"/>
                  <a:pt x="914329" y="2208574"/>
                  <a:pt x="916167" y="1993237"/>
                </a:cubicBezTo>
                <a:cubicBezTo>
                  <a:pt x="672810" y="2445096"/>
                  <a:pt x="394482" y="2755390"/>
                  <a:pt x="202052" y="2755390"/>
                </a:cubicBezTo>
                <a:cubicBezTo>
                  <a:pt x="-69267" y="2755390"/>
                  <a:pt x="-67061" y="2138575"/>
                  <a:pt x="207003" y="1377695"/>
                </a:cubicBezTo>
                <a:cubicBezTo>
                  <a:pt x="481066" y="616816"/>
                  <a:pt x="923176" y="0"/>
                  <a:pt x="1194495" y="0"/>
                </a:cubicBezTo>
                <a:close/>
              </a:path>
            </a:pathLst>
          </a:custGeom>
          <a:solidFill>
            <a:schemeClr val="tx2"/>
          </a:solidFill>
        </p:spPr>
        <p:txBody>
          <a:bodyPr wrap="square">
            <a:noAutofit/>
          </a:bodyPr>
          <a:lstStyle>
            <a:lvl1pPr marL="0" indent="0">
              <a:buNone/>
              <a:defRPr/>
            </a:lvl1pPr>
          </a:lstStyle>
          <a:p>
            <a:r>
              <a:rPr lang="en-FI" dirty="0"/>
              <a:t> </a:t>
            </a:r>
          </a:p>
        </p:txBody>
      </p:sp>
      <p:sp>
        <p:nvSpPr>
          <p:cNvPr id="8" name="Footer Placeholder 7">
            <a:extLst>
              <a:ext uri="{FF2B5EF4-FFF2-40B4-BE49-F238E27FC236}">
                <a16:creationId xmlns:a16="http://schemas.microsoft.com/office/drawing/2014/main" id="{4CC0D047-00DC-9B45-6C26-0BD02FB79347}"/>
              </a:ext>
            </a:extLst>
          </p:cNvPr>
          <p:cNvSpPr>
            <a:spLocks noGrp="1"/>
          </p:cNvSpPr>
          <p:nvPr>
            <p:ph type="ftr" sz="quarter" idx="11"/>
          </p:nvPr>
        </p:nvSpPr>
        <p:spPr>
          <a:xfrm>
            <a:off x="1762893" y="6482080"/>
            <a:ext cx="3817776" cy="256466"/>
          </a:xfrm>
          <a:prstGeom prst="rect">
            <a:avLst/>
          </a:prstGeom>
        </p:spPr>
        <p:txBody>
          <a:bodyPr/>
          <a:lstStyle/>
          <a:p>
            <a:endParaRPr lang="en-FI"/>
          </a:p>
        </p:txBody>
      </p:sp>
      <p:sp>
        <p:nvSpPr>
          <p:cNvPr id="9" name="Slide Number Placeholder 8">
            <a:extLst>
              <a:ext uri="{FF2B5EF4-FFF2-40B4-BE49-F238E27FC236}">
                <a16:creationId xmlns:a16="http://schemas.microsoft.com/office/drawing/2014/main" id="{80EB4D28-A3D2-E242-7115-D1F637EBFB4F}"/>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t>‹#›</a:t>
            </a:fld>
            <a:endParaRPr lang="en-FI"/>
          </a:p>
        </p:txBody>
      </p:sp>
      <p:sp>
        <p:nvSpPr>
          <p:cNvPr id="14" name="Title 1">
            <a:extLst>
              <a:ext uri="{FF2B5EF4-FFF2-40B4-BE49-F238E27FC236}">
                <a16:creationId xmlns:a16="http://schemas.microsoft.com/office/drawing/2014/main" id="{C2DA0ACD-644D-1F05-B6FD-86E86241AAB3}"/>
              </a:ext>
            </a:extLst>
          </p:cNvPr>
          <p:cNvSpPr>
            <a:spLocks noGrp="1"/>
          </p:cNvSpPr>
          <p:nvPr>
            <p:ph type="title"/>
          </p:nvPr>
        </p:nvSpPr>
        <p:spPr>
          <a:xfrm>
            <a:off x="335280" y="313290"/>
            <a:ext cx="11048591" cy="1009651"/>
          </a:xfrm>
          <a:prstGeom prst="rect">
            <a:avLst/>
          </a:prstGeom>
        </p:spPr>
        <p:txBody>
          <a:bodyPr/>
          <a:lstStyle/>
          <a:p>
            <a:r>
              <a:rPr lang="en-US"/>
              <a:t>Click to edit Master title style</a:t>
            </a:r>
            <a:endParaRPr lang="en-FI"/>
          </a:p>
        </p:txBody>
      </p:sp>
      <p:sp>
        <p:nvSpPr>
          <p:cNvPr id="15" name="Content Placeholder 2">
            <a:extLst>
              <a:ext uri="{FF2B5EF4-FFF2-40B4-BE49-F238E27FC236}">
                <a16:creationId xmlns:a16="http://schemas.microsoft.com/office/drawing/2014/main" id="{32E05EAB-211C-BB98-9379-095BC33C4F65}"/>
              </a:ext>
            </a:extLst>
          </p:cNvPr>
          <p:cNvSpPr>
            <a:spLocks noGrp="1"/>
          </p:cNvSpPr>
          <p:nvPr>
            <p:ph idx="13"/>
          </p:nvPr>
        </p:nvSpPr>
        <p:spPr>
          <a:xfrm>
            <a:off x="335280" y="4793712"/>
            <a:ext cx="3133725" cy="1428179"/>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78B2486D-36EA-A406-128E-07CB4CCB651E}"/>
              </a:ext>
            </a:extLst>
          </p:cNvPr>
          <p:cNvSpPr>
            <a:spLocks noGrp="1"/>
          </p:cNvSpPr>
          <p:nvPr>
            <p:ph idx="15"/>
          </p:nvPr>
        </p:nvSpPr>
        <p:spPr>
          <a:xfrm>
            <a:off x="4447846" y="4793712"/>
            <a:ext cx="3133725" cy="1428179"/>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CB5F7F4A-BE75-8050-EE53-50EB9F829DE1}"/>
              </a:ext>
            </a:extLst>
          </p:cNvPr>
          <p:cNvSpPr>
            <a:spLocks noGrp="1"/>
          </p:cNvSpPr>
          <p:nvPr>
            <p:ph idx="17"/>
          </p:nvPr>
        </p:nvSpPr>
        <p:spPr>
          <a:xfrm>
            <a:off x="8560412" y="4793712"/>
            <a:ext cx="3133725" cy="1428179"/>
          </a:xfrm>
        </p:spPr>
        <p:txBody>
          <a:bodyPr>
            <a:normAutofit/>
          </a:bodyPr>
          <a:lstStyle>
            <a:lvl1pPr marL="0" indent="0">
              <a:lnSpc>
                <a:spcPct val="100000"/>
              </a:lnSpc>
              <a:spcAft>
                <a:spcPts val="500"/>
              </a:spcAft>
              <a:buNone/>
              <a:defRPr sz="1800"/>
            </a:lvl1pPr>
            <a:lvl2pPr marL="457200" indent="0">
              <a:lnSpc>
                <a:spcPct val="100000"/>
              </a:lnSpc>
              <a:spcAft>
                <a:spcPts val="500"/>
              </a:spcAft>
              <a:buNone/>
              <a:defRPr/>
            </a:lvl2pPr>
            <a:lvl3pPr marL="914400" indent="0">
              <a:lnSpc>
                <a:spcPct val="100000"/>
              </a:lnSpc>
              <a:spcAft>
                <a:spcPts val="500"/>
              </a:spcAft>
              <a:buNone/>
              <a:defRPr/>
            </a:lvl3pPr>
            <a:lvl4pPr marL="1371600" indent="0">
              <a:lnSpc>
                <a:spcPct val="100000"/>
              </a:lnSpc>
              <a:spcAft>
                <a:spcPts val="500"/>
              </a:spcAft>
              <a:buNone/>
              <a:defRPr/>
            </a:lvl4pPr>
            <a:lvl5pPr marL="1828800" indent="0">
              <a:lnSpc>
                <a:spcPct val="100000"/>
              </a:lnSpc>
              <a:spcAft>
                <a:spcPts val="500"/>
              </a:spcAft>
              <a:buNone/>
              <a:defRPr/>
            </a:lvl5pPr>
          </a:lstStyle>
          <a:p>
            <a:pPr lvl="0"/>
            <a:r>
              <a:rPr lang="en-US"/>
              <a:t>Click to edit Master text styles</a:t>
            </a:r>
          </a:p>
        </p:txBody>
      </p:sp>
      <p:sp>
        <p:nvSpPr>
          <p:cNvPr id="21" name="Picture Placeholder 20">
            <a:extLst>
              <a:ext uri="{FF2B5EF4-FFF2-40B4-BE49-F238E27FC236}">
                <a16:creationId xmlns:a16="http://schemas.microsoft.com/office/drawing/2014/main" id="{357E49EC-C3F5-8661-EE1A-3466EE8DB42B}"/>
              </a:ext>
            </a:extLst>
          </p:cNvPr>
          <p:cNvSpPr>
            <a:spLocks noGrp="1"/>
          </p:cNvSpPr>
          <p:nvPr>
            <p:ph type="pic" sz="quarter" idx="19" hasCustomPrompt="1"/>
          </p:nvPr>
        </p:nvSpPr>
        <p:spPr>
          <a:xfrm>
            <a:off x="4431657" y="1390915"/>
            <a:ext cx="3371484" cy="3236426"/>
          </a:xfrm>
          <a:custGeom>
            <a:avLst/>
            <a:gdLst>
              <a:gd name="connsiteX0" fmla="*/ 1194495 w 2870374"/>
              <a:gd name="connsiteY0" fmla="*/ 0 h 2755390"/>
              <a:gd name="connsiteX1" fmla="*/ 1390846 w 2870374"/>
              <a:gd name="connsiteY1" fmla="*/ 530309 h 2755390"/>
              <a:gd name="connsiteX2" fmla="*/ 1931401 w 2870374"/>
              <a:gd name="connsiteY2" fmla="*/ 0 h 2755390"/>
              <a:gd name="connsiteX3" fmla="*/ 2089962 w 2870374"/>
              <a:gd name="connsiteY3" fmla="*/ 530309 h 2755390"/>
              <a:gd name="connsiteX4" fmla="*/ 2668332 w 2870374"/>
              <a:gd name="connsiteY4" fmla="*/ 0 h 2755390"/>
              <a:gd name="connsiteX5" fmla="*/ 2663381 w 2870374"/>
              <a:gd name="connsiteY5" fmla="*/ 1377695 h 2755390"/>
              <a:gd name="connsiteX6" fmla="*/ 1675889 w 2870374"/>
              <a:gd name="connsiteY6" fmla="*/ 2755390 h 2755390"/>
              <a:gd name="connsiteX7" fmla="*/ 1510809 w 2870374"/>
              <a:gd name="connsiteY7" fmla="*/ 1993237 h 2755390"/>
              <a:gd name="connsiteX8" fmla="*/ 1087839 w 2870374"/>
              <a:gd name="connsiteY8" fmla="*/ 2342082 h 2755390"/>
              <a:gd name="connsiteX9" fmla="*/ 916167 w 2870374"/>
              <a:gd name="connsiteY9" fmla="*/ 1993237 h 2755390"/>
              <a:gd name="connsiteX10" fmla="*/ 202052 w 2870374"/>
              <a:gd name="connsiteY10" fmla="*/ 2755390 h 2755390"/>
              <a:gd name="connsiteX11" fmla="*/ 207003 w 2870374"/>
              <a:gd name="connsiteY11" fmla="*/ 1377695 h 2755390"/>
              <a:gd name="connsiteX12" fmla="*/ 1194495 w 2870374"/>
              <a:gd name="connsiteY12" fmla="*/ 0 h 275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0374" h="2755390">
                <a:moveTo>
                  <a:pt x="1194495" y="0"/>
                </a:moveTo>
                <a:cubicBezTo>
                  <a:pt x="1351880" y="0"/>
                  <a:pt x="1417191" y="207524"/>
                  <a:pt x="1390846" y="530309"/>
                </a:cubicBezTo>
                <a:cubicBezTo>
                  <a:pt x="1580434" y="210977"/>
                  <a:pt x="1785118" y="0"/>
                  <a:pt x="1931401" y="0"/>
                </a:cubicBezTo>
                <a:cubicBezTo>
                  <a:pt x="2077684" y="0"/>
                  <a:pt x="2130399" y="210977"/>
                  <a:pt x="2089962" y="530309"/>
                </a:cubicBezTo>
                <a:cubicBezTo>
                  <a:pt x="2296141" y="207524"/>
                  <a:pt x="2510971" y="0"/>
                  <a:pt x="2668332" y="0"/>
                </a:cubicBezTo>
                <a:cubicBezTo>
                  <a:pt x="2939650" y="0"/>
                  <a:pt x="2937420" y="616816"/>
                  <a:pt x="2663381" y="1377695"/>
                </a:cubicBezTo>
                <a:cubicBezTo>
                  <a:pt x="2389317" y="2138575"/>
                  <a:pt x="1947208" y="2755390"/>
                  <a:pt x="1675889" y="2755390"/>
                </a:cubicBezTo>
                <a:cubicBezTo>
                  <a:pt x="1483459" y="2755390"/>
                  <a:pt x="1428661" y="2445096"/>
                  <a:pt x="1510809" y="1993237"/>
                </a:cubicBezTo>
                <a:cubicBezTo>
                  <a:pt x="1357516" y="2208549"/>
                  <a:pt x="1204199" y="2342082"/>
                  <a:pt x="1087839" y="2342082"/>
                </a:cubicBezTo>
                <a:cubicBezTo>
                  <a:pt x="971479" y="2342082"/>
                  <a:pt x="914329" y="2208574"/>
                  <a:pt x="916167" y="1993237"/>
                </a:cubicBezTo>
                <a:cubicBezTo>
                  <a:pt x="672810" y="2445096"/>
                  <a:pt x="394482" y="2755390"/>
                  <a:pt x="202052" y="2755390"/>
                </a:cubicBezTo>
                <a:cubicBezTo>
                  <a:pt x="-69267" y="2755390"/>
                  <a:pt x="-67061" y="2138575"/>
                  <a:pt x="207003" y="1377695"/>
                </a:cubicBezTo>
                <a:cubicBezTo>
                  <a:pt x="481066" y="616816"/>
                  <a:pt x="923176" y="0"/>
                  <a:pt x="1194495" y="0"/>
                </a:cubicBezTo>
                <a:close/>
              </a:path>
            </a:pathLst>
          </a:custGeom>
          <a:solidFill>
            <a:schemeClr val="tx2"/>
          </a:solidFill>
        </p:spPr>
        <p:txBody>
          <a:bodyPr wrap="square">
            <a:noAutofit/>
          </a:bodyPr>
          <a:lstStyle>
            <a:lvl1pPr marL="0" indent="0">
              <a:buNone/>
              <a:defRPr/>
            </a:lvl1pPr>
          </a:lstStyle>
          <a:p>
            <a:r>
              <a:rPr lang="en-FI" dirty="0"/>
              <a:t> </a:t>
            </a:r>
          </a:p>
        </p:txBody>
      </p:sp>
      <p:sp>
        <p:nvSpPr>
          <p:cNvPr id="22" name="Picture Placeholder 21">
            <a:extLst>
              <a:ext uri="{FF2B5EF4-FFF2-40B4-BE49-F238E27FC236}">
                <a16:creationId xmlns:a16="http://schemas.microsoft.com/office/drawing/2014/main" id="{58AF30C3-5AB9-D583-6D4C-7B6A50D27967}"/>
              </a:ext>
            </a:extLst>
          </p:cNvPr>
          <p:cNvSpPr>
            <a:spLocks noGrp="1"/>
          </p:cNvSpPr>
          <p:nvPr>
            <p:ph type="pic" sz="quarter" idx="20" hasCustomPrompt="1"/>
          </p:nvPr>
        </p:nvSpPr>
        <p:spPr>
          <a:xfrm>
            <a:off x="8531911" y="1390915"/>
            <a:ext cx="3371484" cy="3236426"/>
          </a:xfrm>
          <a:custGeom>
            <a:avLst/>
            <a:gdLst>
              <a:gd name="connsiteX0" fmla="*/ 1194495 w 2870374"/>
              <a:gd name="connsiteY0" fmla="*/ 0 h 2755390"/>
              <a:gd name="connsiteX1" fmla="*/ 1390846 w 2870374"/>
              <a:gd name="connsiteY1" fmla="*/ 530309 h 2755390"/>
              <a:gd name="connsiteX2" fmla="*/ 1931401 w 2870374"/>
              <a:gd name="connsiteY2" fmla="*/ 0 h 2755390"/>
              <a:gd name="connsiteX3" fmla="*/ 2089962 w 2870374"/>
              <a:gd name="connsiteY3" fmla="*/ 530309 h 2755390"/>
              <a:gd name="connsiteX4" fmla="*/ 2668332 w 2870374"/>
              <a:gd name="connsiteY4" fmla="*/ 0 h 2755390"/>
              <a:gd name="connsiteX5" fmla="*/ 2663381 w 2870374"/>
              <a:gd name="connsiteY5" fmla="*/ 1377695 h 2755390"/>
              <a:gd name="connsiteX6" fmla="*/ 1675889 w 2870374"/>
              <a:gd name="connsiteY6" fmla="*/ 2755390 h 2755390"/>
              <a:gd name="connsiteX7" fmla="*/ 1510809 w 2870374"/>
              <a:gd name="connsiteY7" fmla="*/ 1993237 h 2755390"/>
              <a:gd name="connsiteX8" fmla="*/ 1087839 w 2870374"/>
              <a:gd name="connsiteY8" fmla="*/ 2342082 h 2755390"/>
              <a:gd name="connsiteX9" fmla="*/ 916167 w 2870374"/>
              <a:gd name="connsiteY9" fmla="*/ 1993237 h 2755390"/>
              <a:gd name="connsiteX10" fmla="*/ 202052 w 2870374"/>
              <a:gd name="connsiteY10" fmla="*/ 2755390 h 2755390"/>
              <a:gd name="connsiteX11" fmla="*/ 207003 w 2870374"/>
              <a:gd name="connsiteY11" fmla="*/ 1377695 h 2755390"/>
              <a:gd name="connsiteX12" fmla="*/ 1194495 w 2870374"/>
              <a:gd name="connsiteY12" fmla="*/ 0 h 275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0374" h="2755390">
                <a:moveTo>
                  <a:pt x="1194495" y="0"/>
                </a:moveTo>
                <a:cubicBezTo>
                  <a:pt x="1351880" y="0"/>
                  <a:pt x="1417191" y="207524"/>
                  <a:pt x="1390846" y="530309"/>
                </a:cubicBezTo>
                <a:cubicBezTo>
                  <a:pt x="1580434" y="210977"/>
                  <a:pt x="1785118" y="0"/>
                  <a:pt x="1931401" y="0"/>
                </a:cubicBezTo>
                <a:cubicBezTo>
                  <a:pt x="2077684" y="0"/>
                  <a:pt x="2130399" y="210977"/>
                  <a:pt x="2089962" y="530309"/>
                </a:cubicBezTo>
                <a:cubicBezTo>
                  <a:pt x="2296141" y="207524"/>
                  <a:pt x="2510971" y="0"/>
                  <a:pt x="2668332" y="0"/>
                </a:cubicBezTo>
                <a:cubicBezTo>
                  <a:pt x="2939650" y="0"/>
                  <a:pt x="2937420" y="616816"/>
                  <a:pt x="2663381" y="1377695"/>
                </a:cubicBezTo>
                <a:cubicBezTo>
                  <a:pt x="2389317" y="2138575"/>
                  <a:pt x="1947208" y="2755390"/>
                  <a:pt x="1675889" y="2755390"/>
                </a:cubicBezTo>
                <a:cubicBezTo>
                  <a:pt x="1483459" y="2755390"/>
                  <a:pt x="1428661" y="2445096"/>
                  <a:pt x="1510809" y="1993237"/>
                </a:cubicBezTo>
                <a:cubicBezTo>
                  <a:pt x="1357516" y="2208549"/>
                  <a:pt x="1204199" y="2342082"/>
                  <a:pt x="1087839" y="2342082"/>
                </a:cubicBezTo>
                <a:cubicBezTo>
                  <a:pt x="971479" y="2342082"/>
                  <a:pt x="914329" y="2208574"/>
                  <a:pt x="916167" y="1993237"/>
                </a:cubicBezTo>
                <a:cubicBezTo>
                  <a:pt x="672810" y="2445096"/>
                  <a:pt x="394482" y="2755390"/>
                  <a:pt x="202052" y="2755390"/>
                </a:cubicBezTo>
                <a:cubicBezTo>
                  <a:pt x="-69267" y="2755390"/>
                  <a:pt x="-67061" y="2138575"/>
                  <a:pt x="207003" y="1377695"/>
                </a:cubicBezTo>
                <a:cubicBezTo>
                  <a:pt x="481066" y="616816"/>
                  <a:pt x="923176" y="0"/>
                  <a:pt x="1194495" y="0"/>
                </a:cubicBezTo>
                <a:close/>
              </a:path>
            </a:pathLst>
          </a:custGeom>
          <a:solidFill>
            <a:schemeClr val="tx2"/>
          </a:solidFill>
        </p:spPr>
        <p:txBody>
          <a:bodyPr wrap="square">
            <a:noAutofit/>
          </a:bodyPr>
          <a:lstStyle>
            <a:lvl1pPr marL="0" indent="0">
              <a:buNone/>
              <a:defRPr/>
            </a:lvl1pPr>
          </a:lstStyle>
          <a:p>
            <a:r>
              <a:rPr lang="en-FI" dirty="0"/>
              <a:t> </a:t>
            </a:r>
          </a:p>
        </p:txBody>
      </p:sp>
      <p:cxnSp>
        <p:nvCxnSpPr>
          <p:cNvPr id="27" name="Straight Connector 26">
            <a:extLst>
              <a:ext uri="{FF2B5EF4-FFF2-40B4-BE49-F238E27FC236}">
                <a16:creationId xmlns:a16="http://schemas.microsoft.com/office/drawing/2014/main" id="{A53D572E-0C34-FF83-95B8-4D033E304F39}"/>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Date Placeholder 3">
            <a:extLst>
              <a:ext uri="{FF2B5EF4-FFF2-40B4-BE49-F238E27FC236}">
                <a16:creationId xmlns:a16="http://schemas.microsoft.com/office/drawing/2014/main" id="{C665AF5E-430A-7748-DBFE-DF5F85213785}"/>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36579944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dark">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4CC0D047-00DC-9B45-6C26-0BD02FB79347}"/>
              </a:ext>
            </a:extLst>
          </p:cNvPr>
          <p:cNvSpPr>
            <a:spLocks noGrp="1"/>
          </p:cNvSpPr>
          <p:nvPr>
            <p:ph type="ftr" sz="quarter" idx="11"/>
          </p:nvPr>
        </p:nvSpPr>
        <p:spPr>
          <a:xfrm>
            <a:off x="1762893" y="6482080"/>
            <a:ext cx="3817776" cy="256466"/>
          </a:xfrm>
          <a:prstGeom prst="rect">
            <a:avLst/>
          </a:prstGeom>
        </p:spPr>
        <p:txBody>
          <a:bodyPr/>
          <a:lstStyle/>
          <a:p>
            <a:endParaRPr lang="en-FI"/>
          </a:p>
        </p:txBody>
      </p:sp>
      <p:sp>
        <p:nvSpPr>
          <p:cNvPr id="9" name="Slide Number Placeholder 8">
            <a:extLst>
              <a:ext uri="{FF2B5EF4-FFF2-40B4-BE49-F238E27FC236}">
                <a16:creationId xmlns:a16="http://schemas.microsoft.com/office/drawing/2014/main" id="{80EB4D28-A3D2-E242-7115-D1F637EBFB4F}"/>
              </a:ext>
            </a:extLst>
          </p:cNvPr>
          <p:cNvSpPr>
            <a:spLocks noGrp="1"/>
          </p:cNvSpPr>
          <p:nvPr>
            <p:ph type="sldNum" sz="quarter" idx="12"/>
          </p:nvPr>
        </p:nvSpPr>
        <p:spPr>
          <a:xfrm>
            <a:off x="11261034" y="6482079"/>
            <a:ext cx="774715" cy="236923"/>
          </a:xfrm>
          <a:prstGeom prst="rect">
            <a:avLst/>
          </a:prstGeom>
        </p:spPr>
        <p:txBody>
          <a:bodyPr/>
          <a:lstStyle/>
          <a:p>
            <a:fld id="{8460F52F-7CAE-844F-8A72-CAF89AA35A71}" type="slidenum">
              <a:rPr lang="en-FI" smtClean="0"/>
              <a:t>‹#›</a:t>
            </a:fld>
            <a:endParaRPr lang="en-FI"/>
          </a:p>
        </p:txBody>
      </p:sp>
      <p:sp>
        <p:nvSpPr>
          <p:cNvPr id="2" name="Title 1">
            <a:extLst>
              <a:ext uri="{FF2B5EF4-FFF2-40B4-BE49-F238E27FC236}">
                <a16:creationId xmlns:a16="http://schemas.microsoft.com/office/drawing/2014/main" id="{E68FD20F-397E-84F2-5706-13016D943F55}"/>
              </a:ext>
            </a:extLst>
          </p:cNvPr>
          <p:cNvSpPr>
            <a:spLocks noGrp="1"/>
          </p:cNvSpPr>
          <p:nvPr>
            <p:ph type="title"/>
          </p:nvPr>
        </p:nvSpPr>
        <p:spPr>
          <a:xfrm>
            <a:off x="335280" y="404407"/>
            <a:ext cx="11700470" cy="918533"/>
          </a:xfrm>
          <a:prstGeom prst="rect">
            <a:avLst/>
          </a:prstGeom>
        </p:spPr>
        <p:txBody>
          <a:bodyPr/>
          <a:lstStyle/>
          <a:p>
            <a:r>
              <a:rPr lang="en-US"/>
              <a:t>Click to edit Master title style</a:t>
            </a:r>
            <a:endParaRPr lang="en-FI"/>
          </a:p>
        </p:txBody>
      </p:sp>
      <p:cxnSp>
        <p:nvCxnSpPr>
          <p:cNvPr id="18" name="Straight Connector 17">
            <a:extLst>
              <a:ext uri="{FF2B5EF4-FFF2-40B4-BE49-F238E27FC236}">
                <a16:creationId xmlns:a16="http://schemas.microsoft.com/office/drawing/2014/main" id="{FC835506-DB2C-B706-B941-08FBE1EDE9E9}"/>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Date Placeholder 3">
            <a:extLst>
              <a:ext uri="{FF2B5EF4-FFF2-40B4-BE49-F238E27FC236}">
                <a16:creationId xmlns:a16="http://schemas.microsoft.com/office/drawing/2014/main" id="{FE8174B2-424F-3885-0489-67551088E184}"/>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37208735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whit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0"/>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3412740"/>
          </a:xfrm>
        </p:spPr>
        <p:txBody>
          <a:bodyPr anchor="t"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pic>
        <p:nvPicPr>
          <p:cNvPr id="4" name="Graphic 3">
            <a:extLst>
              <a:ext uri="{FF2B5EF4-FFF2-40B4-BE49-F238E27FC236}">
                <a16:creationId xmlns:a16="http://schemas.microsoft.com/office/drawing/2014/main" id="{BEF7A6ED-E743-C00A-B3D0-2909027D1CC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349250" y="546447"/>
            <a:ext cx="419100" cy="381000"/>
          </a:xfrm>
          <a:prstGeom prst="rect">
            <a:avLst/>
          </a:prstGeom>
        </p:spPr>
      </p:pic>
      <p:sp>
        <p:nvSpPr>
          <p:cNvPr id="5" name="Footer Placeholder 4">
            <a:extLst>
              <a:ext uri="{FF2B5EF4-FFF2-40B4-BE49-F238E27FC236}">
                <a16:creationId xmlns:a16="http://schemas.microsoft.com/office/drawing/2014/main" id="{29207006-A50E-467C-39B4-2ED89A116354}"/>
              </a:ext>
            </a:extLst>
          </p:cNvPr>
          <p:cNvSpPr>
            <a:spLocks noGrp="1"/>
          </p:cNvSpPr>
          <p:nvPr>
            <p:ph type="ftr" sz="quarter" idx="11"/>
          </p:nvPr>
        </p:nvSpPr>
        <p:spPr/>
        <p:txBody>
          <a:bodyPr/>
          <a:lstStyle/>
          <a:p>
            <a:endParaRPr lang="en-FI" dirty="0"/>
          </a:p>
        </p:txBody>
      </p:sp>
      <p:sp>
        <p:nvSpPr>
          <p:cNvPr id="6" name="Slide Number Placeholder 5">
            <a:extLst>
              <a:ext uri="{FF2B5EF4-FFF2-40B4-BE49-F238E27FC236}">
                <a16:creationId xmlns:a16="http://schemas.microsoft.com/office/drawing/2014/main" id="{A75B094C-6864-E956-A7B1-C2FBDB047FC3}"/>
              </a:ext>
            </a:extLst>
          </p:cNvPr>
          <p:cNvSpPr>
            <a:spLocks noGrp="1"/>
          </p:cNvSpPr>
          <p:nvPr>
            <p:ph type="sldNum" sz="quarter" idx="12"/>
          </p:nvPr>
        </p:nvSpPr>
        <p:spPr/>
        <p:txBody>
          <a:bodyPr/>
          <a:lstStyle/>
          <a:p>
            <a:fld id="{8460F52F-7CAE-844F-8A72-CAF89AA35A71}" type="slidenum">
              <a:rPr lang="en-FI" smtClean="0"/>
              <a:pPr/>
              <a:t>‹#›</a:t>
            </a:fld>
            <a:endParaRPr lang="en-FI" dirty="0"/>
          </a:p>
        </p:txBody>
      </p:sp>
      <p:pic>
        <p:nvPicPr>
          <p:cNvPr id="7" name="Graphic 6">
            <a:extLst>
              <a:ext uri="{FF2B5EF4-FFF2-40B4-BE49-F238E27FC236}">
                <a16:creationId xmlns:a16="http://schemas.microsoft.com/office/drawing/2014/main" id="{A1E1CB94-0215-7B44-B34C-9F70B01DC149}"/>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399869"/>
            <a:ext cx="1461249" cy="446084"/>
          </a:xfrm>
          <a:prstGeom prst="rect">
            <a:avLst/>
          </a:prstGeom>
        </p:spPr>
      </p:pic>
      <p:cxnSp>
        <p:nvCxnSpPr>
          <p:cNvPr id="12" name="Straight Connector 11">
            <a:extLst>
              <a:ext uri="{FF2B5EF4-FFF2-40B4-BE49-F238E27FC236}">
                <a16:creationId xmlns:a16="http://schemas.microsoft.com/office/drawing/2014/main" id="{5961702F-9735-8BB8-E8C8-040161483438}"/>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Date Placeholder 3">
            <a:extLst>
              <a:ext uri="{FF2B5EF4-FFF2-40B4-BE49-F238E27FC236}">
                <a16:creationId xmlns:a16="http://schemas.microsoft.com/office/drawing/2014/main" id="{87227FDE-6FBE-A812-0566-09AE0B079406}"/>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7842293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gra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9986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0"/>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3412740"/>
          </a:xfrm>
        </p:spPr>
        <p:txBody>
          <a:bodyPr anchor="t"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sp>
        <p:nvSpPr>
          <p:cNvPr id="11" name="Footer Placeholder 10">
            <a:extLst>
              <a:ext uri="{FF2B5EF4-FFF2-40B4-BE49-F238E27FC236}">
                <a16:creationId xmlns:a16="http://schemas.microsoft.com/office/drawing/2014/main" id="{91D5B5CA-9FC8-74E0-F077-B5D03F61A0C7}"/>
              </a:ext>
            </a:extLst>
          </p:cNvPr>
          <p:cNvSpPr>
            <a:spLocks noGrp="1"/>
          </p:cNvSpPr>
          <p:nvPr>
            <p:ph type="ftr" sz="quarter" idx="11"/>
          </p:nvPr>
        </p:nvSpPr>
        <p:spPr/>
        <p:txBody>
          <a:bodyPr/>
          <a:lstStyle/>
          <a:p>
            <a:endParaRPr lang="en-FI" dirty="0"/>
          </a:p>
        </p:txBody>
      </p:sp>
      <p:sp>
        <p:nvSpPr>
          <p:cNvPr id="12" name="Slide Number Placeholder 11">
            <a:extLst>
              <a:ext uri="{FF2B5EF4-FFF2-40B4-BE49-F238E27FC236}">
                <a16:creationId xmlns:a16="http://schemas.microsoft.com/office/drawing/2014/main" id="{59199027-9D5F-F55A-76D7-5B2CB345F4D1}"/>
              </a:ext>
            </a:extLst>
          </p:cNvPr>
          <p:cNvSpPr>
            <a:spLocks noGrp="1"/>
          </p:cNvSpPr>
          <p:nvPr>
            <p:ph type="sldNum" sz="quarter" idx="12"/>
          </p:nvPr>
        </p:nvSpPr>
        <p:spPr/>
        <p:txBody>
          <a:bodyPr/>
          <a:lstStyle/>
          <a:p>
            <a:fld id="{8460F52F-7CAE-844F-8A72-CAF89AA35A71}" type="slidenum">
              <a:rPr lang="en-FI" smtClean="0"/>
              <a:pPr/>
              <a:t>‹#›</a:t>
            </a:fld>
            <a:endParaRPr lang="en-FI" dirty="0"/>
          </a:p>
        </p:txBody>
      </p:sp>
      <p:pic>
        <p:nvPicPr>
          <p:cNvPr id="3" name="Graphic 2">
            <a:extLst>
              <a:ext uri="{FF2B5EF4-FFF2-40B4-BE49-F238E27FC236}">
                <a16:creationId xmlns:a16="http://schemas.microsoft.com/office/drawing/2014/main" id="{1BA3E8F2-B1B7-8705-33FD-E674999541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349250" y="546447"/>
            <a:ext cx="419100" cy="381000"/>
          </a:xfrm>
          <a:prstGeom prst="rect">
            <a:avLst/>
          </a:prstGeom>
        </p:spPr>
      </p:pic>
      <p:pic>
        <p:nvPicPr>
          <p:cNvPr id="4" name="Graphic 3">
            <a:extLst>
              <a:ext uri="{FF2B5EF4-FFF2-40B4-BE49-F238E27FC236}">
                <a16:creationId xmlns:a16="http://schemas.microsoft.com/office/drawing/2014/main" id="{878213BD-9B7F-7EFE-35E6-9B04016A77AA}"/>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399869"/>
            <a:ext cx="1461249" cy="446084"/>
          </a:xfrm>
          <a:prstGeom prst="rect">
            <a:avLst/>
          </a:prstGeom>
        </p:spPr>
      </p:pic>
      <p:sp>
        <p:nvSpPr>
          <p:cNvPr id="5" name="Date Placeholder 3">
            <a:extLst>
              <a:ext uri="{FF2B5EF4-FFF2-40B4-BE49-F238E27FC236}">
                <a16:creationId xmlns:a16="http://schemas.microsoft.com/office/drawing/2014/main" id="{93F630DB-72E5-356E-69A8-C3F08521744D}"/>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48605747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mi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9986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1"/>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3412740"/>
          </a:xfrm>
        </p:spPr>
        <p:txBody>
          <a:bodyPr anchor="t"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pic>
        <p:nvPicPr>
          <p:cNvPr id="4" name="Graphic 3">
            <a:extLst>
              <a:ext uri="{FF2B5EF4-FFF2-40B4-BE49-F238E27FC236}">
                <a16:creationId xmlns:a16="http://schemas.microsoft.com/office/drawing/2014/main" id="{BEF7A6ED-E743-C00A-B3D0-2909027D1CC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349250" y="546447"/>
            <a:ext cx="419100" cy="381000"/>
          </a:xfrm>
          <a:prstGeom prst="rect">
            <a:avLst/>
          </a:prstGeom>
        </p:spPr>
      </p:pic>
      <p:sp>
        <p:nvSpPr>
          <p:cNvPr id="5" name="Footer Placeholder 4">
            <a:extLst>
              <a:ext uri="{FF2B5EF4-FFF2-40B4-BE49-F238E27FC236}">
                <a16:creationId xmlns:a16="http://schemas.microsoft.com/office/drawing/2014/main" id="{29207006-A50E-467C-39B4-2ED89A116354}"/>
              </a:ext>
            </a:extLst>
          </p:cNvPr>
          <p:cNvSpPr>
            <a:spLocks noGrp="1"/>
          </p:cNvSpPr>
          <p:nvPr>
            <p:ph type="ftr" sz="quarter" idx="11"/>
          </p:nvPr>
        </p:nvSpPr>
        <p:spPr/>
        <p:txBody>
          <a:bodyPr/>
          <a:lstStyle/>
          <a:p>
            <a:endParaRPr lang="en-FI" dirty="0"/>
          </a:p>
        </p:txBody>
      </p:sp>
      <p:sp>
        <p:nvSpPr>
          <p:cNvPr id="6" name="Slide Number Placeholder 5">
            <a:extLst>
              <a:ext uri="{FF2B5EF4-FFF2-40B4-BE49-F238E27FC236}">
                <a16:creationId xmlns:a16="http://schemas.microsoft.com/office/drawing/2014/main" id="{A75B094C-6864-E956-A7B1-C2FBDB047FC3}"/>
              </a:ext>
            </a:extLst>
          </p:cNvPr>
          <p:cNvSpPr>
            <a:spLocks noGrp="1"/>
          </p:cNvSpPr>
          <p:nvPr>
            <p:ph type="sldNum" sz="quarter" idx="12"/>
          </p:nvPr>
        </p:nvSpPr>
        <p:spPr/>
        <p:txBody>
          <a:bodyPr/>
          <a:lstStyle/>
          <a:p>
            <a:fld id="{8460F52F-7CAE-844F-8A72-CAF89AA35A71}" type="slidenum">
              <a:rPr lang="en-FI" smtClean="0"/>
              <a:pPr/>
              <a:t>‹#›</a:t>
            </a:fld>
            <a:endParaRPr lang="en-FI" dirty="0"/>
          </a:p>
        </p:txBody>
      </p:sp>
      <p:pic>
        <p:nvPicPr>
          <p:cNvPr id="7" name="Graphic 6">
            <a:extLst>
              <a:ext uri="{FF2B5EF4-FFF2-40B4-BE49-F238E27FC236}">
                <a16:creationId xmlns:a16="http://schemas.microsoft.com/office/drawing/2014/main" id="{A1E1CB94-0215-7B44-B34C-9F70B01DC149}"/>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399869"/>
            <a:ext cx="1461249" cy="446084"/>
          </a:xfrm>
          <a:prstGeom prst="rect">
            <a:avLst/>
          </a:prstGeom>
        </p:spPr>
      </p:pic>
      <p:sp>
        <p:nvSpPr>
          <p:cNvPr id="10" name="Date Placeholder 3">
            <a:extLst>
              <a:ext uri="{FF2B5EF4-FFF2-40B4-BE49-F238E27FC236}">
                <a16:creationId xmlns:a16="http://schemas.microsoft.com/office/drawing/2014/main" id="{FF7DFC83-F52B-A715-4D03-4AD3834F2109}"/>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6831547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in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9986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1"/>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3412740"/>
          </a:xfrm>
        </p:spPr>
        <p:txBody>
          <a:bodyPr anchor="t"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sp>
        <p:nvSpPr>
          <p:cNvPr id="11" name="Footer Placeholder 10">
            <a:extLst>
              <a:ext uri="{FF2B5EF4-FFF2-40B4-BE49-F238E27FC236}">
                <a16:creationId xmlns:a16="http://schemas.microsoft.com/office/drawing/2014/main" id="{91D5B5CA-9FC8-74E0-F077-B5D03F61A0C7}"/>
              </a:ext>
            </a:extLst>
          </p:cNvPr>
          <p:cNvSpPr>
            <a:spLocks noGrp="1"/>
          </p:cNvSpPr>
          <p:nvPr>
            <p:ph type="ftr" sz="quarter" idx="11"/>
          </p:nvPr>
        </p:nvSpPr>
        <p:spPr/>
        <p:txBody>
          <a:bodyPr/>
          <a:lstStyle/>
          <a:p>
            <a:endParaRPr lang="en-FI" dirty="0"/>
          </a:p>
        </p:txBody>
      </p:sp>
      <p:sp>
        <p:nvSpPr>
          <p:cNvPr id="12" name="Slide Number Placeholder 11">
            <a:extLst>
              <a:ext uri="{FF2B5EF4-FFF2-40B4-BE49-F238E27FC236}">
                <a16:creationId xmlns:a16="http://schemas.microsoft.com/office/drawing/2014/main" id="{59199027-9D5F-F55A-76D7-5B2CB345F4D1}"/>
              </a:ext>
            </a:extLst>
          </p:cNvPr>
          <p:cNvSpPr>
            <a:spLocks noGrp="1"/>
          </p:cNvSpPr>
          <p:nvPr>
            <p:ph type="sldNum" sz="quarter" idx="12"/>
          </p:nvPr>
        </p:nvSpPr>
        <p:spPr/>
        <p:txBody>
          <a:bodyPr/>
          <a:lstStyle/>
          <a:p>
            <a:fld id="{8460F52F-7CAE-844F-8A72-CAF89AA35A71}" type="slidenum">
              <a:rPr lang="en-FI" smtClean="0"/>
              <a:pPr/>
              <a:t>‹#›</a:t>
            </a:fld>
            <a:endParaRPr lang="en-FI" dirty="0"/>
          </a:p>
        </p:txBody>
      </p:sp>
      <p:pic>
        <p:nvPicPr>
          <p:cNvPr id="3" name="Graphic 2">
            <a:extLst>
              <a:ext uri="{FF2B5EF4-FFF2-40B4-BE49-F238E27FC236}">
                <a16:creationId xmlns:a16="http://schemas.microsoft.com/office/drawing/2014/main" id="{FF974994-7DCF-B2FE-4965-8555903ED61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349250" y="546447"/>
            <a:ext cx="419100" cy="381000"/>
          </a:xfrm>
          <a:prstGeom prst="rect">
            <a:avLst/>
          </a:prstGeom>
        </p:spPr>
      </p:pic>
      <p:pic>
        <p:nvPicPr>
          <p:cNvPr id="4" name="Graphic 3">
            <a:extLst>
              <a:ext uri="{FF2B5EF4-FFF2-40B4-BE49-F238E27FC236}">
                <a16:creationId xmlns:a16="http://schemas.microsoft.com/office/drawing/2014/main" id="{231DA5D7-E5C3-652B-DA4C-DABA9552C57A}"/>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399869"/>
            <a:ext cx="1461249" cy="446084"/>
          </a:xfrm>
          <a:prstGeom prst="rect">
            <a:avLst/>
          </a:prstGeom>
        </p:spPr>
      </p:pic>
      <p:sp>
        <p:nvSpPr>
          <p:cNvPr id="5" name="Date Placeholder 3">
            <a:extLst>
              <a:ext uri="{FF2B5EF4-FFF2-40B4-BE49-F238E27FC236}">
                <a16:creationId xmlns:a16="http://schemas.microsoft.com/office/drawing/2014/main" id="{12ACA372-E1F3-F4B6-38B3-B65A91534D48}"/>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5903554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yellow">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9986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0"/>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3412740"/>
          </a:xfrm>
        </p:spPr>
        <p:txBody>
          <a:bodyPr anchor="t"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sp>
        <p:nvSpPr>
          <p:cNvPr id="11" name="Footer Placeholder 10">
            <a:extLst>
              <a:ext uri="{FF2B5EF4-FFF2-40B4-BE49-F238E27FC236}">
                <a16:creationId xmlns:a16="http://schemas.microsoft.com/office/drawing/2014/main" id="{91D5B5CA-9FC8-74E0-F077-B5D03F61A0C7}"/>
              </a:ext>
            </a:extLst>
          </p:cNvPr>
          <p:cNvSpPr>
            <a:spLocks noGrp="1"/>
          </p:cNvSpPr>
          <p:nvPr>
            <p:ph type="ftr" sz="quarter" idx="11"/>
          </p:nvPr>
        </p:nvSpPr>
        <p:spPr/>
        <p:txBody>
          <a:bodyPr/>
          <a:lstStyle/>
          <a:p>
            <a:endParaRPr lang="en-FI" dirty="0"/>
          </a:p>
        </p:txBody>
      </p:sp>
      <p:sp>
        <p:nvSpPr>
          <p:cNvPr id="12" name="Slide Number Placeholder 11">
            <a:extLst>
              <a:ext uri="{FF2B5EF4-FFF2-40B4-BE49-F238E27FC236}">
                <a16:creationId xmlns:a16="http://schemas.microsoft.com/office/drawing/2014/main" id="{59199027-9D5F-F55A-76D7-5B2CB345F4D1}"/>
              </a:ext>
            </a:extLst>
          </p:cNvPr>
          <p:cNvSpPr>
            <a:spLocks noGrp="1"/>
          </p:cNvSpPr>
          <p:nvPr>
            <p:ph type="sldNum" sz="quarter" idx="12"/>
          </p:nvPr>
        </p:nvSpPr>
        <p:spPr/>
        <p:txBody>
          <a:bodyPr/>
          <a:lstStyle/>
          <a:p>
            <a:fld id="{8460F52F-7CAE-844F-8A72-CAF89AA35A71}" type="slidenum">
              <a:rPr lang="en-FI" smtClean="0"/>
              <a:pPr/>
              <a:t>‹#›</a:t>
            </a:fld>
            <a:endParaRPr lang="en-FI" dirty="0"/>
          </a:p>
        </p:txBody>
      </p:sp>
      <p:pic>
        <p:nvPicPr>
          <p:cNvPr id="3" name="Graphic 2">
            <a:extLst>
              <a:ext uri="{FF2B5EF4-FFF2-40B4-BE49-F238E27FC236}">
                <a16:creationId xmlns:a16="http://schemas.microsoft.com/office/drawing/2014/main" id="{7D9138C1-62CF-F8E0-210B-B8C8725DB4E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349250" y="546447"/>
            <a:ext cx="419100" cy="381000"/>
          </a:xfrm>
          <a:prstGeom prst="rect">
            <a:avLst/>
          </a:prstGeom>
        </p:spPr>
      </p:pic>
      <p:pic>
        <p:nvPicPr>
          <p:cNvPr id="4" name="Graphic 3">
            <a:extLst>
              <a:ext uri="{FF2B5EF4-FFF2-40B4-BE49-F238E27FC236}">
                <a16:creationId xmlns:a16="http://schemas.microsoft.com/office/drawing/2014/main" id="{051B799E-3B7F-8C97-2773-3835F36CE1B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399869"/>
            <a:ext cx="1461249" cy="446084"/>
          </a:xfrm>
          <a:prstGeom prst="rect">
            <a:avLst/>
          </a:prstGeom>
        </p:spPr>
      </p:pic>
      <p:sp>
        <p:nvSpPr>
          <p:cNvPr id="5" name="Date Placeholder 3">
            <a:extLst>
              <a:ext uri="{FF2B5EF4-FFF2-40B4-BE49-F238E27FC236}">
                <a16:creationId xmlns:a16="http://schemas.microsoft.com/office/drawing/2014/main" id="{1E756922-E0C1-B098-B952-CF982ADAE9FF}"/>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7283975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urp whit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0"/>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2309932"/>
          </a:xfrm>
        </p:spPr>
        <p:txBody>
          <a:bodyPr anchor="b"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sp>
        <p:nvSpPr>
          <p:cNvPr id="11" name="Footer Placeholder 10">
            <a:extLst>
              <a:ext uri="{FF2B5EF4-FFF2-40B4-BE49-F238E27FC236}">
                <a16:creationId xmlns:a16="http://schemas.microsoft.com/office/drawing/2014/main" id="{91D5B5CA-9FC8-74E0-F077-B5D03F61A0C7}"/>
              </a:ext>
            </a:extLst>
          </p:cNvPr>
          <p:cNvSpPr>
            <a:spLocks noGrp="1"/>
          </p:cNvSpPr>
          <p:nvPr>
            <p:ph type="ftr" sz="quarter" idx="11"/>
          </p:nvPr>
        </p:nvSpPr>
        <p:spPr/>
        <p:txBody>
          <a:bodyPr/>
          <a:lstStyle/>
          <a:p>
            <a:endParaRPr lang="en-FI" dirty="0"/>
          </a:p>
        </p:txBody>
      </p:sp>
      <p:sp>
        <p:nvSpPr>
          <p:cNvPr id="12" name="Slide Number Placeholder 11">
            <a:extLst>
              <a:ext uri="{FF2B5EF4-FFF2-40B4-BE49-F238E27FC236}">
                <a16:creationId xmlns:a16="http://schemas.microsoft.com/office/drawing/2014/main" id="{59199027-9D5F-F55A-76D7-5B2CB345F4D1}"/>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3" name="Text Placeholder 4">
            <a:extLst>
              <a:ext uri="{FF2B5EF4-FFF2-40B4-BE49-F238E27FC236}">
                <a16:creationId xmlns:a16="http://schemas.microsoft.com/office/drawing/2014/main" id="{5B64ED89-7BF5-4D40-609A-74CCB3F5E847}"/>
              </a:ext>
            </a:extLst>
          </p:cNvPr>
          <p:cNvSpPr>
            <a:spLocks noGrp="1"/>
          </p:cNvSpPr>
          <p:nvPr>
            <p:ph type="body" sz="quarter" idx="13"/>
          </p:nvPr>
        </p:nvSpPr>
        <p:spPr>
          <a:xfrm>
            <a:off x="349249" y="3579111"/>
            <a:ext cx="9444991" cy="203730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pic>
        <p:nvPicPr>
          <p:cNvPr id="4" name="Graphic 3">
            <a:extLst>
              <a:ext uri="{FF2B5EF4-FFF2-40B4-BE49-F238E27FC236}">
                <a16:creationId xmlns:a16="http://schemas.microsoft.com/office/drawing/2014/main" id="{3701844B-22D6-9473-5CCE-07EFDDFD092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399869"/>
            <a:ext cx="1461249" cy="446084"/>
          </a:xfrm>
          <a:prstGeom prst="rect">
            <a:avLst/>
          </a:prstGeom>
        </p:spPr>
      </p:pic>
      <p:cxnSp>
        <p:nvCxnSpPr>
          <p:cNvPr id="5" name="Straight Connector 4">
            <a:extLst>
              <a:ext uri="{FF2B5EF4-FFF2-40B4-BE49-F238E27FC236}">
                <a16:creationId xmlns:a16="http://schemas.microsoft.com/office/drawing/2014/main" id="{E6EE0E48-E0B9-C409-D40B-A830D5D5F898}"/>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Date Placeholder 3">
            <a:extLst>
              <a:ext uri="{FF2B5EF4-FFF2-40B4-BE49-F238E27FC236}">
                <a16:creationId xmlns:a16="http://schemas.microsoft.com/office/drawing/2014/main" id="{C3D2B93A-CFA1-D600-2375-974C46DC9D5F}"/>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7207998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urp mi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9986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0"/>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2309932"/>
          </a:xfrm>
        </p:spPr>
        <p:txBody>
          <a:bodyPr anchor="b"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sp>
        <p:nvSpPr>
          <p:cNvPr id="11" name="Footer Placeholder 10">
            <a:extLst>
              <a:ext uri="{FF2B5EF4-FFF2-40B4-BE49-F238E27FC236}">
                <a16:creationId xmlns:a16="http://schemas.microsoft.com/office/drawing/2014/main" id="{91D5B5CA-9FC8-74E0-F077-B5D03F61A0C7}"/>
              </a:ext>
            </a:extLst>
          </p:cNvPr>
          <p:cNvSpPr>
            <a:spLocks noGrp="1"/>
          </p:cNvSpPr>
          <p:nvPr>
            <p:ph type="ftr" sz="quarter" idx="11"/>
          </p:nvPr>
        </p:nvSpPr>
        <p:spPr/>
        <p:txBody>
          <a:bodyPr/>
          <a:lstStyle/>
          <a:p>
            <a:endParaRPr lang="en-FI" dirty="0"/>
          </a:p>
        </p:txBody>
      </p:sp>
      <p:sp>
        <p:nvSpPr>
          <p:cNvPr id="12" name="Slide Number Placeholder 11">
            <a:extLst>
              <a:ext uri="{FF2B5EF4-FFF2-40B4-BE49-F238E27FC236}">
                <a16:creationId xmlns:a16="http://schemas.microsoft.com/office/drawing/2014/main" id="{59199027-9D5F-F55A-76D7-5B2CB345F4D1}"/>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5" name="Text Placeholder 4">
            <a:extLst>
              <a:ext uri="{FF2B5EF4-FFF2-40B4-BE49-F238E27FC236}">
                <a16:creationId xmlns:a16="http://schemas.microsoft.com/office/drawing/2014/main" id="{B64E880C-4C81-D94C-6172-9C1CD1340BB4}"/>
              </a:ext>
            </a:extLst>
          </p:cNvPr>
          <p:cNvSpPr>
            <a:spLocks noGrp="1"/>
          </p:cNvSpPr>
          <p:nvPr>
            <p:ph type="body" sz="quarter" idx="13"/>
          </p:nvPr>
        </p:nvSpPr>
        <p:spPr>
          <a:xfrm>
            <a:off x="349249" y="3579111"/>
            <a:ext cx="9444991" cy="203730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pic>
        <p:nvPicPr>
          <p:cNvPr id="3" name="Graphic 2">
            <a:extLst>
              <a:ext uri="{FF2B5EF4-FFF2-40B4-BE49-F238E27FC236}">
                <a16:creationId xmlns:a16="http://schemas.microsoft.com/office/drawing/2014/main" id="{10CDA244-F5C5-146B-927D-B9BD626BB3E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399869"/>
            <a:ext cx="1461249" cy="446084"/>
          </a:xfrm>
          <a:prstGeom prst="rect">
            <a:avLst/>
          </a:prstGeom>
        </p:spPr>
      </p:pic>
      <p:sp>
        <p:nvSpPr>
          <p:cNvPr id="4" name="Date Placeholder 3">
            <a:extLst>
              <a:ext uri="{FF2B5EF4-FFF2-40B4-BE49-F238E27FC236}">
                <a16:creationId xmlns:a16="http://schemas.microsoft.com/office/drawing/2014/main" id="{C4BB8CDF-1CB8-2AFC-C530-CF671821AF69}"/>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9467496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urp Pin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9986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0"/>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2309932"/>
          </a:xfrm>
        </p:spPr>
        <p:txBody>
          <a:bodyPr anchor="b"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sp>
        <p:nvSpPr>
          <p:cNvPr id="11" name="Footer Placeholder 10">
            <a:extLst>
              <a:ext uri="{FF2B5EF4-FFF2-40B4-BE49-F238E27FC236}">
                <a16:creationId xmlns:a16="http://schemas.microsoft.com/office/drawing/2014/main" id="{91D5B5CA-9FC8-74E0-F077-B5D03F61A0C7}"/>
              </a:ext>
            </a:extLst>
          </p:cNvPr>
          <p:cNvSpPr>
            <a:spLocks noGrp="1"/>
          </p:cNvSpPr>
          <p:nvPr>
            <p:ph type="ftr" sz="quarter" idx="11"/>
          </p:nvPr>
        </p:nvSpPr>
        <p:spPr/>
        <p:txBody>
          <a:bodyPr/>
          <a:lstStyle/>
          <a:p>
            <a:endParaRPr lang="en-FI" dirty="0"/>
          </a:p>
        </p:txBody>
      </p:sp>
      <p:sp>
        <p:nvSpPr>
          <p:cNvPr id="12" name="Slide Number Placeholder 11">
            <a:extLst>
              <a:ext uri="{FF2B5EF4-FFF2-40B4-BE49-F238E27FC236}">
                <a16:creationId xmlns:a16="http://schemas.microsoft.com/office/drawing/2014/main" id="{59199027-9D5F-F55A-76D7-5B2CB345F4D1}"/>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3" name="Text Placeholder 4">
            <a:extLst>
              <a:ext uri="{FF2B5EF4-FFF2-40B4-BE49-F238E27FC236}">
                <a16:creationId xmlns:a16="http://schemas.microsoft.com/office/drawing/2014/main" id="{53DE0B56-41A6-3909-60AC-60B8976FAC8D}"/>
              </a:ext>
            </a:extLst>
          </p:cNvPr>
          <p:cNvSpPr>
            <a:spLocks noGrp="1"/>
          </p:cNvSpPr>
          <p:nvPr>
            <p:ph type="body" sz="quarter" idx="13"/>
          </p:nvPr>
        </p:nvSpPr>
        <p:spPr>
          <a:xfrm>
            <a:off x="349249" y="3579111"/>
            <a:ext cx="9444991" cy="203730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pic>
        <p:nvPicPr>
          <p:cNvPr id="4" name="Graphic 3">
            <a:extLst>
              <a:ext uri="{FF2B5EF4-FFF2-40B4-BE49-F238E27FC236}">
                <a16:creationId xmlns:a16="http://schemas.microsoft.com/office/drawing/2014/main" id="{FFC01605-34D6-ACDE-AE07-5ABD259CA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399869"/>
            <a:ext cx="1461249" cy="446084"/>
          </a:xfrm>
          <a:prstGeom prst="rect">
            <a:avLst/>
          </a:prstGeom>
        </p:spPr>
      </p:pic>
      <p:sp>
        <p:nvSpPr>
          <p:cNvPr id="5" name="Date Placeholder 3">
            <a:extLst>
              <a:ext uri="{FF2B5EF4-FFF2-40B4-BE49-F238E27FC236}">
                <a16:creationId xmlns:a16="http://schemas.microsoft.com/office/drawing/2014/main" id="{96DB0A31-71DF-2B0A-5932-2209550D25B1}"/>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0792703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urp yellow">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9986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0"/>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2309932"/>
          </a:xfrm>
        </p:spPr>
        <p:txBody>
          <a:bodyPr anchor="b"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sp>
        <p:nvSpPr>
          <p:cNvPr id="11" name="Footer Placeholder 10">
            <a:extLst>
              <a:ext uri="{FF2B5EF4-FFF2-40B4-BE49-F238E27FC236}">
                <a16:creationId xmlns:a16="http://schemas.microsoft.com/office/drawing/2014/main" id="{91D5B5CA-9FC8-74E0-F077-B5D03F61A0C7}"/>
              </a:ext>
            </a:extLst>
          </p:cNvPr>
          <p:cNvSpPr>
            <a:spLocks noGrp="1"/>
          </p:cNvSpPr>
          <p:nvPr>
            <p:ph type="ftr" sz="quarter" idx="11"/>
          </p:nvPr>
        </p:nvSpPr>
        <p:spPr/>
        <p:txBody>
          <a:bodyPr/>
          <a:lstStyle/>
          <a:p>
            <a:endParaRPr lang="en-FI" dirty="0"/>
          </a:p>
        </p:txBody>
      </p:sp>
      <p:sp>
        <p:nvSpPr>
          <p:cNvPr id="12" name="Slide Number Placeholder 11">
            <a:extLst>
              <a:ext uri="{FF2B5EF4-FFF2-40B4-BE49-F238E27FC236}">
                <a16:creationId xmlns:a16="http://schemas.microsoft.com/office/drawing/2014/main" id="{59199027-9D5F-F55A-76D7-5B2CB345F4D1}"/>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3" name="Text Placeholder 4">
            <a:extLst>
              <a:ext uri="{FF2B5EF4-FFF2-40B4-BE49-F238E27FC236}">
                <a16:creationId xmlns:a16="http://schemas.microsoft.com/office/drawing/2014/main" id="{804CDB7C-0CC6-C5BE-FCC5-9EF26A2D13ED}"/>
              </a:ext>
            </a:extLst>
          </p:cNvPr>
          <p:cNvSpPr>
            <a:spLocks noGrp="1"/>
          </p:cNvSpPr>
          <p:nvPr>
            <p:ph type="body" sz="quarter" idx="13"/>
          </p:nvPr>
        </p:nvSpPr>
        <p:spPr>
          <a:xfrm>
            <a:off x="349249" y="3579111"/>
            <a:ext cx="9444991" cy="203730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pic>
        <p:nvPicPr>
          <p:cNvPr id="4" name="Graphic 3">
            <a:extLst>
              <a:ext uri="{FF2B5EF4-FFF2-40B4-BE49-F238E27FC236}">
                <a16:creationId xmlns:a16="http://schemas.microsoft.com/office/drawing/2014/main" id="{8D24D136-0244-29D5-1351-F594FCBA6AF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399869"/>
            <a:ext cx="1461249" cy="446084"/>
          </a:xfrm>
          <a:prstGeom prst="rect">
            <a:avLst/>
          </a:prstGeom>
        </p:spPr>
      </p:pic>
      <p:sp>
        <p:nvSpPr>
          <p:cNvPr id="5" name="Date Placeholder 3">
            <a:extLst>
              <a:ext uri="{FF2B5EF4-FFF2-40B4-BE49-F238E27FC236}">
                <a16:creationId xmlns:a16="http://schemas.microsoft.com/office/drawing/2014/main" id="{BEDF59C4-6287-A115-3DBD-05D0A4B46E4B}"/>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38064277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urp gra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7DB1FD-7435-501A-CEED-A8F409CE58F6}"/>
              </a:ext>
            </a:extLst>
          </p:cNvPr>
          <p:cNvSpPr/>
          <p:nvPr userDrawn="1"/>
        </p:nvSpPr>
        <p:spPr>
          <a:xfrm>
            <a:off x="0" y="0"/>
            <a:ext cx="12192000" cy="639986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9" name="Graphic 8">
            <a:extLst>
              <a:ext uri="{FF2B5EF4-FFF2-40B4-BE49-F238E27FC236}">
                <a16:creationId xmlns:a16="http://schemas.microsoft.com/office/drawing/2014/main" id="{7FDCF6C4-EBF1-176E-57BB-D79F043FAC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072" y="-1"/>
            <a:ext cx="7277928" cy="6399868"/>
          </a:xfrm>
          <a:prstGeom prst="rect">
            <a:avLst/>
          </a:prstGeom>
        </p:spPr>
      </p:pic>
      <p:sp>
        <p:nvSpPr>
          <p:cNvPr id="2" name="Title 1">
            <a:extLst>
              <a:ext uri="{FF2B5EF4-FFF2-40B4-BE49-F238E27FC236}">
                <a16:creationId xmlns:a16="http://schemas.microsoft.com/office/drawing/2014/main" id="{89E48BD4-C4CA-FC69-F388-50A9710DE2F3}"/>
              </a:ext>
            </a:extLst>
          </p:cNvPr>
          <p:cNvSpPr>
            <a:spLocks noGrp="1"/>
          </p:cNvSpPr>
          <p:nvPr>
            <p:ph type="title" hasCustomPrompt="1"/>
          </p:nvPr>
        </p:nvSpPr>
        <p:spPr>
          <a:xfrm>
            <a:off x="349249" y="1119068"/>
            <a:ext cx="9444991" cy="2309932"/>
          </a:xfrm>
        </p:spPr>
        <p:txBody>
          <a:bodyPr anchor="b" anchorCtr="0">
            <a:noAutofit/>
          </a:bodyPr>
          <a:lstStyle>
            <a:lvl1pPr>
              <a:defRPr sz="4000" cap="none" baseline="0">
                <a:solidFill>
                  <a:schemeClr val="tx1"/>
                </a:solidFill>
              </a:defRPr>
            </a:lvl1pPr>
          </a:lstStyle>
          <a:p>
            <a:r>
              <a:rPr lang="en-US" dirty="0"/>
              <a:t>Quote lorem ipsum dolor sit </a:t>
            </a:r>
            <a:r>
              <a:rPr lang="en-US" dirty="0" err="1"/>
              <a:t>amet</a:t>
            </a:r>
            <a:r>
              <a:rPr lang="en-US" dirty="0"/>
              <a:t> </a:t>
            </a:r>
            <a:r>
              <a:rPr lang="en-US" dirty="0" err="1"/>
              <a:t>sid</a:t>
            </a:r>
            <a:r>
              <a:rPr lang="en-US" dirty="0"/>
              <a:t> </a:t>
            </a:r>
            <a:r>
              <a:rPr lang="en-US" dirty="0" err="1"/>
              <a:t>consectuer</a:t>
            </a:r>
            <a:r>
              <a:rPr lang="en-US" dirty="0"/>
              <a:t>.</a:t>
            </a:r>
            <a:endParaRPr lang="en-FI" dirty="0"/>
          </a:p>
        </p:txBody>
      </p:sp>
      <p:sp>
        <p:nvSpPr>
          <p:cNvPr id="11" name="Footer Placeholder 10">
            <a:extLst>
              <a:ext uri="{FF2B5EF4-FFF2-40B4-BE49-F238E27FC236}">
                <a16:creationId xmlns:a16="http://schemas.microsoft.com/office/drawing/2014/main" id="{91D5B5CA-9FC8-74E0-F077-B5D03F61A0C7}"/>
              </a:ext>
            </a:extLst>
          </p:cNvPr>
          <p:cNvSpPr>
            <a:spLocks noGrp="1"/>
          </p:cNvSpPr>
          <p:nvPr>
            <p:ph type="ftr" sz="quarter" idx="11"/>
          </p:nvPr>
        </p:nvSpPr>
        <p:spPr/>
        <p:txBody>
          <a:bodyPr/>
          <a:lstStyle/>
          <a:p>
            <a:endParaRPr lang="en-FI" dirty="0"/>
          </a:p>
        </p:txBody>
      </p:sp>
      <p:sp>
        <p:nvSpPr>
          <p:cNvPr id="12" name="Slide Number Placeholder 11">
            <a:extLst>
              <a:ext uri="{FF2B5EF4-FFF2-40B4-BE49-F238E27FC236}">
                <a16:creationId xmlns:a16="http://schemas.microsoft.com/office/drawing/2014/main" id="{59199027-9D5F-F55A-76D7-5B2CB345F4D1}"/>
              </a:ext>
            </a:extLst>
          </p:cNvPr>
          <p:cNvSpPr>
            <a:spLocks noGrp="1"/>
          </p:cNvSpPr>
          <p:nvPr>
            <p:ph type="sldNum" sz="quarter" idx="12"/>
          </p:nvPr>
        </p:nvSpPr>
        <p:spPr/>
        <p:txBody>
          <a:bodyPr/>
          <a:lstStyle/>
          <a:p>
            <a:fld id="{8460F52F-7CAE-844F-8A72-CAF89AA35A71}" type="slidenum">
              <a:rPr lang="en-FI" smtClean="0"/>
              <a:pPr/>
              <a:t>‹#›</a:t>
            </a:fld>
            <a:endParaRPr lang="en-FI" dirty="0"/>
          </a:p>
        </p:txBody>
      </p:sp>
      <p:sp>
        <p:nvSpPr>
          <p:cNvPr id="3" name="Text Placeholder 4">
            <a:extLst>
              <a:ext uri="{FF2B5EF4-FFF2-40B4-BE49-F238E27FC236}">
                <a16:creationId xmlns:a16="http://schemas.microsoft.com/office/drawing/2014/main" id="{5B64ED89-7BF5-4D40-609A-74CCB3F5E847}"/>
              </a:ext>
            </a:extLst>
          </p:cNvPr>
          <p:cNvSpPr>
            <a:spLocks noGrp="1"/>
          </p:cNvSpPr>
          <p:nvPr>
            <p:ph type="body" sz="quarter" idx="13"/>
          </p:nvPr>
        </p:nvSpPr>
        <p:spPr>
          <a:xfrm>
            <a:off x="349249" y="3579111"/>
            <a:ext cx="9444991" cy="203730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pic>
        <p:nvPicPr>
          <p:cNvPr id="4" name="Graphic 3">
            <a:extLst>
              <a:ext uri="{FF2B5EF4-FFF2-40B4-BE49-F238E27FC236}">
                <a16:creationId xmlns:a16="http://schemas.microsoft.com/office/drawing/2014/main" id="{3701844B-22D6-9473-5CCE-07EFDDFD092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399869"/>
            <a:ext cx="1461249" cy="446084"/>
          </a:xfrm>
          <a:prstGeom prst="rect">
            <a:avLst/>
          </a:prstGeom>
        </p:spPr>
      </p:pic>
      <p:sp>
        <p:nvSpPr>
          <p:cNvPr id="5" name="Date Placeholder 3">
            <a:extLst>
              <a:ext uri="{FF2B5EF4-FFF2-40B4-BE49-F238E27FC236}">
                <a16:creationId xmlns:a16="http://schemas.microsoft.com/office/drawing/2014/main" id="{718DC3F4-B7CA-F405-4115-4D889C375219}"/>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16362464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slideLayout" Target="../slideLayouts/slideLayout17.xml"/><Relationship Id="rId12" Type="http://schemas.openxmlformats.org/officeDocument/2006/relationships/slideLayout" Target="../slideLayouts/slideLayout18.xml"/><Relationship Id="rId13" Type="http://schemas.openxmlformats.org/officeDocument/2006/relationships/slideLayout" Target="../slideLayouts/slideLayout19.xml"/><Relationship Id="rId14" Type="http://schemas.openxmlformats.org/officeDocument/2006/relationships/slideLayout" Target="../slideLayouts/slideLayout20.xml"/><Relationship Id="rId15" Type="http://schemas.openxmlformats.org/officeDocument/2006/relationships/slideLayout" Target="../slideLayouts/slideLayout21.xml"/><Relationship Id="rId16" Type="http://schemas.openxmlformats.org/officeDocument/2006/relationships/theme" Target="../theme/theme2.xml"/><Relationship Id="rId17" Type="http://schemas.openxmlformats.org/officeDocument/2006/relationships/image" Target="../media/image3.png"/><Relationship Id="rId18"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theme" Target="../theme/theme3.xml"/><Relationship Id="rId11" Type="http://schemas.openxmlformats.org/officeDocument/2006/relationships/image" Target="../media/image2.svg"/><Relationship Id="rId12"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theme" Target="../theme/theme4.xml"/><Relationship Id="rId11" Type="http://schemas.openxmlformats.org/officeDocument/2006/relationships/image" Target="../media/image6.png"/><Relationship Id="rId12" Type="http://schemas.openxmlformats.org/officeDocument/2006/relationships/image" Target="../media/image5.sv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theme" Target="../theme/theme5.xml"/><Relationship Id="rId1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E334E7-9AB7-AFA9-D056-ABABAEA7CE0B}"/>
              </a:ext>
            </a:extLst>
          </p:cNvPr>
          <p:cNvSpPr>
            <a:spLocks noGrp="1"/>
          </p:cNvSpPr>
          <p:nvPr>
            <p:ph type="title"/>
          </p:nvPr>
        </p:nvSpPr>
        <p:spPr>
          <a:xfrm>
            <a:off x="335280" y="681037"/>
            <a:ext cx="11700470" cy="1009651"/>
          </a:xfrm>
          <a:prstGeom prst="rect">
            <a:avLst/>
          </a:prstGeom>
        </p:spPr>
        <p:txBody>
          <a:bodyPr vert="horz" lIns="0" tIns="0" rIns="0" bIns="0" rtlCol="0" anchor="b" anchorCtr="0">
            <a:noAutofit/>
          </a:bodyPr>
          <a:lstStyle/>
          <a:p>
            <a:r>
              <a:rPr lang="en-US"/>
              <a:t>Click to edit Master title style</a:t>
            </a:r>
            <a:endParaRPr lang="en-FI" dirty="0"/>
          </a:p>
        </p:txBody>
      </p:sp>
      <p:sp>
        <p:nvSpPr>
          <p:cNvPr id="3" name="Text Placeholder 2">
            <a:extLst>
              <a:ext uri="{FF2B5EF4-FFF2-40B4-BE49-F238E27FC236}">
                <a16:creationId xmlns:a16="http://schemas.microsoft.com/office/drawing/2014/main" id="{D665D814-41DD-925B-EEEA-C747DB73D779}"/>
              </a:ext>
            </a:extLst>
          </p:cNvPr>
          <p:cNvSpPr>
            <a:spLocks noGrp="1"/>
          </p:cNvSpPr>
          <p:nvPr>
            <p:ph type="body" idx="1"/>
          </p:nvPr>
        </p:nvSpPr>
        <p:spPr>
          <a:xfrm>
            <a:off x="335280" y="1875320"/>
            <a:ext cx="11700469" cy="419623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sp>
        <p:nvSpPr>
          <p:cNvPr id="4" name="Date Placeholder 3">
            <a:extLst>
              <a:ext uri="{FF2B5EF4-FFF2-40B4-BE49-F238E27FC236}">
                <a16:creationId xmlns:a16="http://schemas.microsoft.com/office/drawing/2014/main" id="{68F70530-EB5A-90AD-7ECE-009C01EF6E1D}"/>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
        <p:nvSpPr>
          <p:cNvPr id="5" name="Footer Placeholder 4">
            <a:extLst>
              <a:ext uri="{FF2B5EF4-FFF2-40B4-BE49-F238E27FC236}">
                <a16:creationId xmlns:a16="http://schemas.microsoft.com/office/drawing/2014/main" id="{33CA03D3-2A27-AAEA-EC85-22BCA9D56EDB}"/>
              </a:ext>
            </a:extLst>
          </p:cNvPr>
          <p:cNvSpPr>
            <a:spLocks noGrp="1"/>
          </p:cNvSpPr>
          <p:nvPr>
            <p:ph type="ftr" sz="quarter" idx="3"/>
          </p:nvPr>
        </p:nvSpPr>
        <p:spPr>
          <a:xfrm>
            <a:off x="1762893" y="6482080"/>
            <a:ext cx="3500810" cy="256466"/>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solidFill>
                <a:schemeClr val="tx1"/>
              </a:solidFill>
            </a:endParaRPr>
          </a:p>
        </p:txBody>
      </p:sp>
      <p:sp>
        <p:nvSpPr>
          <p:cNvPr id="6" name="Slide Number Placeholder 5">
            <a:extLst>
              <a:ext uri="{FF2B5EF4-FFF2-40B4-BE49-F238E27FC236}">
                <a16:creationId xmlns:a16="http://schemas.microsoft.com/office/drawing/2014/main" id="{CD7B220B-EF3D-BE4F-BF25-07EFF34B48A6}"/>
              </a:ext>
            </a:extLst>
          </p:cNvPr>
          <p:cNvSpPr>
            <a:spLocks noGrp="1"/>
          </p:cNvSpPr>
          <p:nvPr>
            <p:ph type="sldNum" sz="quarter" idx="4"/>
          </p:nvPr>
        </p:nvSpPr>
        <p:spPr>
          <a:xfrm>
            <a:off x="9794240" y="6462537"/>
            <a:ext cx="2241510" cy="256466"/>
          </a:xfrm>
          <a:prstGeom prst="rect">
            <a:avLst/>
          </a:prstGeom>
        </p:spPr>
        <p:txBody>
          <a:bodyPr vert="horz" lIns="0" tIns="0" rIns="0" bIns="0" rtlCol="0" anchor="b" anchorCtr="0"/>
          <a:lstStyle>
            <a:lvl1pPr algn="r">
              <a:defRPr sz="1000" b="0" i="0">
                <a:solidFill>
                  <a:schemeClr val="tx1"/>
                </a:solidFill>
                <a:latin typeface="+mj-lt"/>
              </a:defRPr>
            </a:lvl1pPr>
          </a:lstStyle>
          <a:p>
            <a:fld id="{8460F52F-7CAE-844F-8A72-CAF89AA35A71}" type="slidenum">
              <a:rPr lang="en-FI" smtClean="0"/>
              <a:pPr/>
              <a:t>‹#›</a:t>
            </a:fld>
            <a:endParaRPr lang="en-FI" dirty="0"/>
          </a:p>
        </p:txBody>
      </p:sp>
    </p:spTree>
    <p:extLst>
      <p:ext uri="{BB962C8B-B14F-4D97-AF65-F5344CB8AC3E}">
        <p14:creationId xmlns:p14="http://schemas.microsoft.com/office/powerpoint/2010/main" val="3791982806"/>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674" r:id="rId3"/>
    <p:sldLayoutId id="2147483676" r:id="rId4"/>
    <p:sldLayoutId id="2147483671" r:id="rId5"/>
    <p:sldLayoutId id="2147483672" r:id="rId6"/>
  </p:sldLayoutIdLst>
  <p:hf sldNum="0" hdr="0" ftr="0" dt="0"/>
  <p:txStyles>
    <p:titleStyle>
      <a:lvl1pPr algn="l" defTabSz="914400" rtl="0" eaLnBrk="1" latinLnBrk="0" hangingPunct="1">
        <a:lnSpc>
          <a:spcPct val="90000"/>
        </a:lnSpc>
        <a:spcBef>
          <a:spcPct val="0"/>
        </a:spcBef>
        <a:buNone/>
        <a:defRPr sz="4000" b="1" kern="1200" spc="-2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System Font Regular"/>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E334E7-9AB7-AFA9-D056-ABABAEA7CE0B}"/>
              </a:ext>
            </a:extLst>
          </p:cNvPr>
          <p:cNvSpPr>
            <a:spLocks noGrp="1"/>
          </p:cNvSpPr>
          <p:nvPr>
            <p:ph type="title"/>
          </p:nvPr>
        </p:nvSpPr>
        <p:spPr>
          <a:xfrm>
            <a:off x="644024" y="681037"/>
            <a:ext cx="11700470" cy="1009651"/>
          </a:xfrm>
          <a:prstGeom prst="rect">
            <a:avLst/>
          </a:prstGeom>
        </p:spPr>
        <p:txBody>
          <a:bodyPr vert="horz" lIns="0" tIns="0" rIns="0" bIns="0" rtlCol="0" anchor="b" anchorCtr="0">
            <a:noAutofit/>
          </a:bodyPr>
          <a:lstStyle/>
          <a:p>
            <a:r>
              <a:rPr lang="en-US" dirty="0"/>
              <a:t>Click to edit Master title style</a:t>
            </a:r>
            <a:endParaRPr lang="en-FI" dirty="0"/>
          </a:p>
        </p:txBody>
      </p:sp>
      <p:sp>
        <p:nvSpPr>
          <p:cNvPr id="3" name="Text Placeholder 2">
            <a:extLst>
              <a:ext uri="{FF2B5EF4-FFF2-40B4-BE49-F238E27FC236}">
                <a16:creationId xmlns:a16="http://schemas.microsoft.com/office/drawing/2014/main" id="{D665D814-41DD-925B-EEEA-C747DB73D779}"/>
              </a:ext>
            </a:extLst>
          </p:cNvPr>
          <p:cNvSpPr>
            <a:spLocks noGrp="1"/>
          </p:cNvSpPr>
          <p:nvPr>
            <p:ph type="body" idx="1"/>
          </p:nvPr>
        </p:nvSpPr>
        <p:spPr>
          <a:xfrm>
            <a:off x="644024" y="1875320"/>
            <a:ext cx="11700469" cy="419623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sp>
        <p:nvSpPr>
          <p:cNvPr id="5" name="Footer Placeholder 4">
            <a:extLst>
              <a:ext uri="{FF2B5EF4-FFF2-40B4-BE49-F238E27FC236}">
                <a16:creationId xmlns:a16="http://schemas.microsoft.com/office/drawing/2014/main" id="{33CA03D3-2A27-AAEA-EC85-22BCA9D56EDB}"/>
              </a:ext>
            </a:extLst>
          </p:cNvPr>
          <p:cNvSpPr>
            <a:spLocks noGrp="1"/>
          </p:cNvSpPr>
          <p:nvPr>
            <p:ph type="ftr" sz="quarter" idx="3"/>
          </p:nvPr>
        </p:nvSpPr>
        <p:spPr>
          <a:xfrm>
            <a:off x="1762893" y="6482080"/>
            <a:ext cx="3500810" cy="256466"/>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solidFill>
                <a:schemeClr val="tx1"/>
              </a:solidFill>
            </a:endParaRPr>
          </a:p>
        </p:txBody>
      </p:sp>
      <p:sp>
        <p:nvSpPr>
          <p:cNvPr id="6" name="Slide Number Placeholder 5">
            <a:extLst>
              <a:ext uri="{FF2B5EF4-FFF2-40B4-BE49-F238E27FC236}">
                <a16:creationId xmlns:a16="http://schemas.microsoft.com/office/drawing/2014/main" id="{CD7B220B-EF3D-BE4F-BF25-07EFF34B48A6}"/>
              </a:ext>
            </a:extLst>
          </p:cNvPr>
          <p:cNvSpPr>
            <a:spLocks noGrp="1"/>
          </p:cNvSpPr>
          <p:nvPr>
            <p:ph type="sldNum" sz="quarter" idx="4"/>
          </p:nvPr>
        </p:nvSpPr>
        <p:spPr>
          <a:xfrm>
            <a:off x="9794240" y="6462537"/>
            <a:ext cx="2241510" cy="256466"/>
          </a:xfrm>
          <a:prstGeom prst="rect">
            <a:avLst/>
          </a:prstGeom>
        </p:spPr>
        <p:txBody>
          <a:bodyPr vert="horz" lIns="0" tIns="0" rIns="0" bIns="0" rtlCol="0" anchor="b" anchorCtr="0"/>
          <a:lstStyle>
            <a:lvl1pPr algn="r">
              <a:defRPr sz="1000" b="0" i="0">
                <a:solidFill>
                  <a:schemeClr val="tx1"/>
                </a:solidFill>
                <a:latin typeface="+mj-lt"/>
              </a:defRPr>
            </a:lvl1pPr>
          </a:lstStyle>
          <a:p>
            <a:fld id="{8460F52F-7CAE-844F-8A72-CAF89AA35A71}" type="slidenum">
              <a:rPr lang="en-FI" smtClean="0"/>
              <a:pPr/>
              <a:t>‹#›</a:t>
            </a:fld>
            <a:endParaRPr lang="en-FI" dirty="0"/>
          </a:p>
        </p:txBody>
      </p:sp>
      <p:pic>
        <p:nvPicPr>
          <p:cNvPr id="7" name="Graphic 6">
            <a:extLst>
              <a:ext uri="{FF2B5EF4-FFF2-40B4-BE49-F238E27FC236}">
                <a16:creationId xmlns:a16="http://schemas.microsoft.com/office/drawing/2014/main" id="{9FCDAC8F-1835-0F75-52E7-FD6DAF8D4937}"/>
              </a:ext>
            </a:extLst>
          </p:cNvPr>
          <p:cNvPicPr>
            <a:picLocks noChangeAspect="1"/>
          </p:cNvPicPr>
          <p:nvPr userDrawn="1"/>
        </p:nvPicPr>
        <p:blipFill>
          <a:blip r:embed="rId17"/>
          <a:srcRect/>
          <a:stretch/>
        </p:blipFill>
        <p:spPr>
          <a:xfrm>
            <a:off x="5665042" y="6509105"/>
            <a:ext cx="794837" cy="237419"/>
          </a:xfrm>
          <a:prstGeom prst="rect">
            <a:avLst/>
          </a:prstGeom>
        </p:spPr>
      </p:pic>
      <p:pic>
        <p:nvPicPr>
          <p:cNvPr id="8" name="Graphic 7">
            <a:extLst>
              <a:ext uri="{FF2B5EF4-FFF2-40B4-BE49-F238E27FC236}">
                <a16:creationId xmlns:a16="http://schemas.microsoft.com/office/drawing/2014/main" id="{CB0882BD-BE03-9BA7-016E-31A78A3595B5}"/>
              </a:ext>
            </a:extLst>
          </p:cNvPr>
          <p:cNvPicPr>
            <a:picLocks noChangeAspect="1"/>
          </p:cNvPicPr>
          <p:nvPr userDrawn="1"/>
        </p:nvPicPr>
        <p:blipFill>
          <a:blip>
            <a:extLst>
              <a:ext uri="{96DAC541-7B7A-43D3-8B79-37D633B846F1}">
                <asvg:svgBlip xmlns:asvg="http://schemas.microsoft.com/office/drawing/2016/SVG/main" r:embed="rId18"/>
              </a:ext>
            </a:extLst>
          </a:blip>
          <a:srcRect/>
          <a:stretch/>
        </p:blipFill>
        <p:spPr>
          <a:xfrm>
            <a:off x="0" y="6399869"/>
            <a:ext cx="1461249" cy="446084"/>
          </a:xfrm>
          <a:prstGeom prst="rect">
            <a:avLst/>
          </a:prstGeom>
        </p:spPr>
      </p:pic>
      <p:sp>
        <p:nvSpPr>
          <p:cNvPr id="9" name="Date Placeholder 3">
            <a:extLst>
              <a:ext uri="{FF2B5EF4-FFF2-40B4-BE49-F238E27FC236}">
                <a16:creationId xmlns:a16="http://schemas.microsoft.com/office/drawing/2014/main" id="{BB616AF3-9A9E-413F-9A1C-6AEA02428D22}"/>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298572467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823" r:id="rId3"/>
    <p:sldLayoutId id="2147483692" r:id="rId4"/>
    <p:sldLayoutId id="2147483693" r:id="rId5"/>
    <p:sldLayoutId id="2147483822" r:id="rId6"/>
    <p:sldLayoutId id="2147483695" r:id="rId7"/>
    <p:sldLayoutId id="2147483696" r:id="rId8"/>
    <p:sldLayoutId id="2147483824" r:id="rId9"/>
    <p:sldLayoutId id="2147483697" r:id="rId10"/>
    <p:sldLayoutId id="2147483821" r:id="rId11"/>
    <p:sldLayoutId id="2147483825" r:id="rId12"/>
    <p:sldLayoutId id="2147483826" r:id="rId13"/>
    <p:sldLayoutId id="2147483827" r:id="rId14"/>
    <p:sldLayoutId id="2147483828" r:id="rId15"/>
  </p:sldLayoutIdLst>
  <p:hf sldNum="0" hdr="0" ftr="0" dt="0"/>
  <p:txStyles>
    <p:titleStyle>
      <a:lvl1pPr algn="l" defTabSz="914400" rtl="0" eaLnBrk="1" latinLnBrk="0" hangingPunct="1">
        <a:lnSpc>
          <a:spcPct val="90000"/>
        </a:lnSpc>
        <a:spcBef>
          <a:spcPct val="0"/>
        </a:spcBef>
        <a:buNone/>
        <a:defRPr sz="4000" b="1" kern="1200" spc="-2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E334E7-9AB7-AFA9-D056-ABABAEA7CE0B}"/>
              </a:ext>
            </a:extLst>
          </p:cNvPr>
          <p:cNvSpPr>
            <a:spLocks noGrp="1"/>
          </p:cNvSpPr>
          <p:nvPr>
            <p:ph type="title"/>
          </p:nvPr>
        </p:nvSpPr>
        <p:spPr>
          <a:xfrm>
            <a:off x="335280" y="404407"/>
            <a:ext cx="11700470" cy="918533"/>
          </a:xfrm>
          <a:prstGeom prst="rect">
            <a:avLst/>
          </a:prstGeom>
        </p:spPr>
        <p:txBody>
          <a:bodyPr vert="horz" lIns="0" tIns="0" rIns="0" bIns="0" rtlCol="0" anchor="b" anchorCtr="0">
            <a:noAutofit/>
          </a:bodyPr>
          <a:lstStyle/>
          <a:p>
            <a:r>
              <a:rPr lang="en-US" dirty="0"/>
              <a:t>Click to edit Master title style</a:t>
            </a:r>
            <a:endParaRPr lang="en-FI" dirty="0"/>
          </a:p>
        </p:txBody>
      </p:sp>
      <p:sp>
        <p:nvSpPr>
          <p:cNvPr id="3" name="Text Placeholder 2">
            <a:extLst>
              <a:ext uri="{FF2B5EF4-FFF2-40B4-BE49-F238E27FC236}">
                <a16:creationId xmlns:a16="http://schemas.microsoft.com/office/drawing/2014/main" id="{D665D814-41DD-925B-EEEA-C747DB73D779}"/>
              </a:ext>
            </a:extLst>
          </p:cNvPr>
          <p:cNvSpPr>
            <a:spLocks noGrp="1"/>
          </p:cNvSpPr>
          <p:nvPr>
            <p:ph type="body" idx="1"/>
          </p:nvPr>
        </p:nvSpPr>
        <p:spPr>
          <a:xfrm>
            <a:off x="335280" y="1480479"/>
            <a:ext cx="11700469" cy="472425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sp>
        <p:nvSpPr>
          <p:cNvPr id="5" name="Footer Placeholder 4">
            <a:extLst>
              <a:ext uri="{FF2B5EF4-FFF2-40B4-BE49-F238E27FC236}">
                <a16:creationId xmlns:a16="http://schemas.microsoft.com/office/drawing/2014/main" id="{33CA03D3-2A27-AAEA-EC85-22BCA9D56EDB}"/>
              </a:ext>
            </a:extLst>
          </p:cNvPr>
          <p:cNvSpPr>
            <a:spLocks noGrp="1"/>
          </p:cNvSpPr>
          <p:nvPr>
            <p:ph type="ftr" sz="quarter" idx="3"/>
          </p:nvPr>
        </p:nvSpPr>
        <p:spPr>
          <a:xfrm>
            <a:off x="1762893" y="6482080"/>
            <a:ext cx="3817776" cy="256466"/>
          </a:xfrm>
          <a:prstGeom prst="rect">
            <a:avLst/>
          </a:prstGeom>
        </p:spPr>
        <p:txBody>
          <a:bodyPr vert="horz" lIns="0" tIns="0" rIns="0" bIns="0" rtlCol="0" anchor="b" anchorCtr="0"/>
          <a:lstStyle>
            <a:lvl1pPr algn="l">
              <a:defRPr sz="1000" b="0" i="0">
                <a:solidFill>
                  <a:schemeClr val="tx2"/>
                </a:solidFill>
                <a:latin typeface="+mj-lt"/>
              </a:defRPr>
            </a:lvl1pPr>
          </a:lstStyle>
          <a:p>
            <a:endParaRPr lang="en-FI" dirty="0"/>
          </a:p>
        </p:txBody>
      </p:sp>
      <p:sp>
        <p:nvSpPr>
          <p:cNvPr id="6" name="Slide Number Placeholder 5">
            <a:extLst>
              <a:ext uri="{FF2B5EF4-FFF2-40B4-BE49-F238E27FC236}">
                <a16:creationId xmlns:a16="http://schemas.microsoft.com/office/drawing/2014/main" id="{CD7B220B-EF3D-BE4F-BF25-07EFF34B48A6}"/>
              </a:ext>
            </a:extLst>
          </p:cNvPr>
          <p:cNvSpPr>
            <a:spLocks noGrp="1"/>
          </p:cNvSpPr>
          <p:nvPr>
            <p:ph type="sldNum" sz="quarter" idx="4"/>
          </p:nvPr>
        </p:nvSpPr>
        <p:spPr>
          <a:xfrm>
            <a:off x="11261034" y="6482079"/>
            <a:ext cx="774715" cy="236923"/>
          </a:xfrm>
          <a:prstGeom prst="rect">
            <a:avLst/>
          </a:prstGeom>
        </p:spPr>
        <p:txBody>
          <a:bodyPr vert="horz" lIns="0" tIns="0" rIns="0" bIns="0" rtlCol="0" anchor="b" anchorCtr="0"/>
          <a:lstStyle>
            <a:lvl1pPr algn="r">
              <a:defRPr sz="1000" b="0" i="0">
                <a:solidFill>
                  <a:schemeClr val="tx2"/>
                </a:solidFill>
                <a:latin typeface="+mj-lt"/>
              </a:defRPr>
            </a:lvl1pPr>
          </a:lstStyle>
          <a:p>
            <a:fld id="{8460F52F-7CAE-844F-8A72-CAF89AA35A71}" type="slidenum">
              <a:rPr lang="en-FI" smtClean="0"/>
              <a:pPr/>
              <a:t>‹#›</a:t>
            </a:fld>
            <a:endParaRPr lang="en-FI" dirty="0"/>
          </a:p>
        </p:txBody>
      </p:sp>
      <p:cxnSp>
        <p:nvCxnSpPr>
          <p:cNvPr id="7" name="Straight Connector 6">
            <a:extLst>
              <a:ext uri="{FF2B5EF4-FFF2-40B4-BE49-F238E27FC236}">
                <a16:creationId xmlns:a16="http://schemas.microsoft.com/office/drawing/2014/main" id="{6F2B801D-AB14-1908-1A4F-A14770A60B99}"/>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9" name="Graphic 8">
            <a:extLst>
              <a:ext uri="{FF2B5EF4-FFF2-40B4-BE49-F238E27FC236}">
                <a16:creationId xmlns:a16="http://schemas.microsoft.com/office/drawing/2014/main" id="{F04FA55A-7A4C-41F2-3211-CB38362303AA}"/>
              </a:ext>
            </a:extLst>
          </p:cNvPr>
          <p:cNvPicPr>
            <a:picLocks noChangeAspect="1"/>
          </p:cNvPicPr>
          <p:nvPr userDrawn="1"/>
        </p:nvPicPr>
        <p:blipFill>
          <a:blip>
            <a:extLst>
              <a:ext uri="{96DAC541-7B7A-43D3-8B79-37D633B846F1}">
                <asvg:svgBlip xmlns:asvg="http://schemas.microsoft.com/office/drawing/2016/SVG/main" r:embed="rId11"/>
              </a:ext>
            </a:extLst>
          </a:blip>
          <a:srcRect/>
          <a:stretch/>
        </p:blipFill>
        <p:spPr>
          <a:xfrm>
            <a:off x="0" y="6399869"/>
            <a:ext cx="1461249" cy="446084"/>
          </a:xfrm>
          <a:prstGeom prst="rect">
            <a:avLst/>
          </a:prstGeom>
        </p:spPr>
      </p:pic>
      <p:pic>
        <p:nvPicPr>
          <p:cNvPr id="8" name="Graphic 7">
            <a:extLst>
              <a:ext uri="{FF2B5EF4-FFF2-40B4-BE49-F238E27FC236}">
                <a16:creationId xmlns:a16="http://schemas.microsoft.com/office/drawing/2014/main" id="{9CA8A07E-15DF-ED1D-8EA7-BBF682C5B338}"/>
              </a:ext>
            </a:extLst>
          </p:cNvPr>
          <p:cNvPicPr>
            <a:picLocks noChangeAspect="1"/>
          </p:cNvPicPr>
          <p:nvPr userDrawn="1"/>
        </p:nvPicPr>
        <p:blipFill>
          <a:blip r:embed="rId12"/>
          <a:srcRect/>
          <a:stretch/>
        </p:blipFill>
        <p:spPr>
          <a:xfrm>
            <a:off x="5665042" y="6509105"/>
            <a:ext cx="794837" cy="237419"/>
          </a:xfrm>
          <a:prstGeom prst="rect">
            <a:avLst/>
          </a:prstGeom>
        </p:spPr>
      </p:pic>
      <p:sp>
        <p:nvSpPr>
          <p:cNvPr id="10" name="Date Placeholder 3">
            <a:extLst>
              <a:ext uri="{FF2B5EF4-FFF2-40B4-BE49-F238E27FC236}">
                <a16:creationId xmlns:a16="http://schemas.microsoft.com/office/drawing/2014/main" id="{7193A0BF-8D32-0EA1-BB29-8714111B4A16}"/>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178237943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3" r:id="rId6"/>
    <p:sldLayoutId id="2147483734" r:id="rId7"/>
    <p:sldLayoutId id="2147483735" r:id="rId8"/>
    <p:sldLayoutId id="2147483736" r:id="rId9"/>
  </p:sldLayoutIdLst>
  <p:hf sldNum="0" hdr="0" ftr="0" dt="0"/>
  <p:txStyles>
    <p:titleStyle>
      <a:lvl1pPr algn="l" defTabSz="914400" rtl="0" eaLnBrk="1" latinLnBrk="0" hangingPunct="1">
        <a:lnSpc>
          <a:spcPct val="80000"/>
        </a:lnSpc>
        <a:spcBef>
          <a:spcPct val="0"/>
        </a:spcBef>
        <a:buNone/>
        <a:defRPr sz="35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System Font Regular"/>
        <a:buChar char="•"/>
        <a:defRPr sz="25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E334E7-9AB7-AFA9-D056-ABABAEA7CE0B}"/>
              </a:ext>
            </a:extLst>
          </p:cNvPr>
          <p:cNvSpPr>
            <a:spLocks noGrp="1"/>
          </p:cNvSpPr>
          <p:nvPr>
            <p:ph type="title"/>
          </p:nvPr>
        </p:nvSpPr>
        <p:spPr>
          <a:xfrm>
            <a:off x="335280" y="404407"/>
            <a:ext cx="11700470" cy="918533"/>
          </a:xfrm>
          <a:prstGeom prst="rect">
            <a:avLst/>
          </a:prstGeom>
        </p:spPr>
        <p:txBody>
          <a:bodyPr vert="horz" lIns="0" tIns="0" rIns="0" bIns="0" rtlCol="0" anchor="b" anchorCtr="0">
            <a:noAutofit/>
          </a:bodyPr>
          <a:lstStyle/>
          <a:p>
            <a:r>
              <a:rPr lang="en-US" dirty="0"/>
              <a:t>Click to edit Master title style</a:t>
            </a:r>
            <a:endParaRPr lang="en-FI" dirty="0"/>
          </a:p>
        </p:txBody>
      </p:sp>
      <p:sp>
        <p:nvSpPr>
          <p:cNvPr id="3" name="Text Placeholder 2">
            <a:extLst>
              <a:ext uri="{FF2B5EF4-FFF2-40B4-BE49-F238E27FC236}">
                <a16:creationId xmlns:a16="http://schemas.microsoft.com/office/drawing/2014/main" id="{D665D814-41DD-925B-EEEA-C747DB73D779}"/>
              </a:ext>
            </a:extLst>
          </p:cNvPr>
          <p:cNvSpPr>
            <a:spLocks noGrp="1"/>
          </p:cNvSpPr>
          <p:nvPr>
            <p:ph type="body" idx="1"/>
          </p:nvPr>
        </p:nvSpPr>
        <p:spPr>
          <a:xfrm>
            <a:off x="335280" y="1480479"/>
            <a:ext cx="11700469" cy="472425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sp>
        <p:nvSpPr>
          <p:cNvPr id="5" name="Footer Placeholder 4">
            <a:extLst>
              <a:ext uri="{FF2B5EF4-FFF2-40B4-BE49-F238E27FC236}">
                <a16:creationId xmlns:a16="http://schemas.microsoft.com/office/drawing/2014/main" id="{33CA03D3-2A27-AAEA-EC85-22BCA9D56EDB}"/>
              </a:ext>
            </a:extLst>
          </p:cNvPr>
          <p:cNvSpPr>
            <a:spLocks noGrp="1"/>
          </p:cNvSpPr>
          <p:nvPr>
            <p:ph type="ftr" sz="quarter" idx="3"/>
          </p:nvPr>
        </p:nvSpPr>
        <p:spPr>
          <a:xfrm>
            <a:off x="1762893" y="6482080"/>
            <a:ext cx="3817776" cy="256466"/>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
        <p:nvSpPr>
          <p:cNvPr id="6" name="Slide Number Placeholder 5">
            <a:extLst>
              <a:ext uri="{FF2B5EF4-FFF2-40B4-BE49-F238E27FC236}">
                <a16:creationId xmlns:a16="http://schemas.microsoft.com/office/drawing/2014/main" id="{CD7B220B-EF3D-BE4F-BF25-07EFF34B48A6}"/>
              </a:ext>
            </a:extLst>
          </p:cNvPr>
          <p:cNvSpPr>
            <a:spLocks noGrp="1"/>
          </p:cNvSpPr>
          <p:nvPr>
            <p:ph type="sldNum" sz="quarter" idx="4"/>
          </p:nvPr>
        </p:nvSpPr>
        <p:spPr>
          <a:xfrm>
            <a:off x="11261034" y="6482079"/>
            <a:ext cx="774715" cy="236923"/>
          </a:xfrm>
          <a:prstGeom prst="rect">
            <a:avLst/>
          </a:prstGeom>
        </p:spPr>
        <p:txBody>
          <a:bodyPr vert="horz" lIns="0" tIns="0" rIns="0" bIns="0" rtlCol="0" anchor="b" anchorCtr="0"/>
          <a:lstStyle>
            <a:lvl1pPr algn="r">
              <a:defRPr sz="1000" b="0" i="0">
                <a:solidFill>
                  <a:schemeClr val="bg1"/>
                </a:solidFill>
                <a:latin typeface="+mj-lt"/>
              </a:defRPr>
            </a:lvl1pPr>
          </a:lstStyle>
          <a:p>
            <a:fld id="{8460F52F-7CAE-844F-8A72-CAF89AA35A71}" type="slidenum">
              <a:rPr lang="en-FI" smtClean="0"/>
              <a:pPr/>
              <a:t>‹#›</a:t>
            </a:fld>
            <a:endParaRPr lang="en-FI" dirty="0"/>
          </a:p>
        </p:txBody>
      </p:sp>
      <p:cxnSp>
        <p:nvCxnSpPr>
          <p:cNvPr id="7" name="Straight Connector 6">
            <a:extLst>
              <a:ext uri="{FF2B5EF4-FFF2-40B4-BE49-F238E27FC236}">
                <a16:creationId xmlns:a16="http://schemas.microsoft.com/office/drawing/2014/main" id="{6F2B801D-AB14-1908-1A4F-A14770A60B99}"/>
              </a:ext>
            </a:extLst>
          </p:cNvPr>
          <p:cNvCxnSpPr/>
          <p:nvPr userDrawn="1"/>
        </p:nvCxnSpPr>
        <p:spPr>
          <a:xfrm>
            <a:off x="0" y="6399869"/>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12" name="Graphic 4">
            <a:extLst>
              <a:ext uri="{FF2B5EF4-FFF2-40B4-BE49-F238E27FC236}">
                <a16:creationId xmlns:a16="http://schemas.microsoft.com/office/drawing/2014/main" id="{31D9F9B2-AE75-4343-53B3-C34A1D7EBCD7}"/>
              </a:ext>
            </a:extLst>
          </p:cNvPr>
          <p:cNvPicPr>
            <a:picLocks noChangeAspect="1"/>
          </p:cNvPicPr>
          <p:nvPr userDrawn="1"/>
        </p:nvPicPr>
        <p:blipFill>
          <a:blip r:embed="rId11"/>
          <a:srcRect/>
          <a:stretch/>
        </p:blipFill>
        <p:spPr>
          <a:xfrm>
            <a:off x="5665042" y="6503876"/>
            <a:ext cx="810018" cy="242648"/>
          </a:xfrm>
          <a:prstGeom prst="rect">
            <a:avLst/>
          </a:prstGeom>
        </p:spPr>
      </p:pic>
      <p:pic>
        <p:nvPicPr>
          <p:cNvPr id="13" name="Graphic 12">
            <a:extLst>
              <a:ext uri="{FF2B5EF4-FFF2-40B4-BE49-F238E27FC236}">
                <a16:creationId xmlns:a16="http://schemas.microsoft.com/office/drawing/2014/main" id="{342AAFE5-A415-DE49-58ED-8D980F2D48A4}"/>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0" y="6399868"/>
            <a:ext cx="1461249" cy="446085"/>
          </a:xfrm>
          <a:prstGeom prst="rect">
            <a:avLst/>
          </a:prstGeom>
        </p:spPr>
      </p:pic>
      <p:sp>
        <p:nvSpPr>
          <p:cNvPr id="10" name="Date Placeholder 3">
            <a:extLst>
              <a:ext uri="{FF2B5EF4-FFF2-40B4-BE49-F238E27FC236}">
                <a16:creationId xmlns:a16="http://schemas.microsoft.com/office/drawing/2014/main" id="{B27D44B5-863D-723D-E030-0290341F772F}"/>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bg1"/>
                </a:solidFill>
                <a:latin typeface="+mj-lt"/>
              </a:defRPr>
            </a:lvl1pPr>
          </a:lstStyle>
          <a:p>
            <a:endParaRPr lang="en-FI" dirty="0"/>
          </a:p>
        </p:txBody>
      </p:sp>
    </p:spTree>
    <p:extLst>
      <p:ext uri="{BB962C8B-B14F-4D97-AF65-F5344CB8AC3E}">
        <p14:creationId xmlns:p14="http://schemas.microsoft.com/office/powerpoint/2010/main" val="3006982925"/>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Lst>
  <p:hf sldNum="0" hdr="0" ftr="0" dt="0"/>
  <p:txStyles>
    <p:titleStyle>
      <a:lvl1pPr algn="l" defTabSz="914400" rtl="0" eaLnBrk="1" latinLnBrk="0" hangingPunct="1">
        <a:lnSpc>
          <a:spcPct val="80000"/>
        </a:lnSpc>
        <a:spcBef>
          <a:spcPct val="0"/>
        </a:spcBef>
        <a:buNone/>
        <a:defRPr sz="35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System Font Regular"/>
        <a:buChar char="•"/>
        <a:defRPr sz="25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E334E7-9AB7-AFA9-D056-ABABAEA7CE0B}"/>
              </a:ext>
            </a:extLst>
          </p:cNvPr>
          <p:cNvSpPr>
            <a:spLocks noGrp="1"/>
          </p:cNvSpPr>
          <p:nvPr>
            <p:ph type="title"/>
          </p:nvPr>
        </p:nvSpPr>
        <p:spPr>
          <a:xfrm>
            <a:off x="335280" y="880121"/>
            <a:ext cx="11700470" cy="1009651"/>
          </a:xfrm>
          <a:prstGeom prst="rect">
            <a:avLst/>
          </a:prstGeom>
        </p:spPr>
        <p:txBody>
          <a:bodyPr vert="horz" lIns="0" tIns="0" rIns="0" bIns="0" rtlCol="0" anchor="t" anchorCtr="0">
            <a:noAutofit/>
          </a:bodyPr>
          <a:lstStyle/>
          <a:p>
            <a:r>
              <a:rPr lang="en-US" dirty="0"/>
              <a:t>Click to edit Master title style</a:t>
            </a:r>
            <a:endParaRPr lang="en-FI" dirty="0"/>
          </a:p>
        </p:txBody>
      </p:sp>
      <p:sp>
        <p:nvSpPr>
          <p:cNvPr id="3" name="Text Placeholder 2">
            <a:extLst>
              <a:ext uri="{FF2B5EF4-FFF2-40B4-BE49-F238E27FC236}">
                <a16:creationId xmlns:a16="http://schemas.microsoft.com/office/drawing/2014/main" id="{D665D814-41DD-925B-EEEA-C747DB73D779}"/>
              </a:ext>
            </a:extLst>
          </p:cNvPr>
          <p:cNvSpPr>
            <a:spLocks noGrp="1"/>
          </p:cNvSpPr>
          <p:nvPr>
            <p:ph type="body" idx="1"/>
          </p:nvPr>
        </p:nvSpPr>
        <p:spPr>
          <a:xfrm>
            <a:off x="335280" y="2462455"/>
            <a:ext cx="11700469" cy="355940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FI" dirty="0"/>
          </a:p>
        </p:txBody>
      </p:sp>
      <p:sp>
        <p:nvSpPr>
          <p:cNvPr id="5" name="Footer Placeholder 4">
            <a:extLst>
              <a:ext uri="{FF2B5EF4-FFF2-40B4-BE49-F238E27FC236}">
                <a16:creationId xmlns:a16="http://schemas.microsoft.com/office/drawing/2014/main" id="{33CA03D3-2A27-AAEA-EC85-22BCA9D56EDB}"/>
              </a:ext>
            </a:extLst>
          </p:cNvPr>
          <p:cNvSpPr>
            <a:spLocks noGrp="1"/>
          </p:cNvSpPr>
          <p:nvPr>
            <p:ph type="ftr" sz="quarter" idx="3"/>
          </p:nvPr>
        </p:nvSpPr>
        <p:spPr>
          <a:xfrm>
            <a:off x="1762893" y="6482080"/>
            <a:ext cx="3500810" cy="256466"/>
          </a:xfrm>
          <a:prstGeom prst="rect">
            <a:avLst/>
          </a:prstGeom>
        </p:spPr>
        <p:txBody>
          <a:bodyPr vert="horz" lIns="0" tIns="0" rIns="0" bIns="0" rtlCol="0" anchor="b" anchorCtr="0"/>
          <a:lstStyle>
            <a:lvl1pPr algn="l">
              <a:defRPr sz="1000" b="0" i="0">
                <a:solidFill>
                  <a:schemeClr val="tx2"/>
                </a:solidFill>
                <a:latin typeface="+mj-lt"/>
              </a:defRPr>
            </a:lvl1pPr>
          </a:lstStyle>
          <a:p>
            <a:endParaRPr lang="en-FI" dirty="0"/>
          </a:p>
        </p:txBody>
      </p:sp>
      <p:sp>
        <p:nvSpPr>
          <p:cNvPr id="6" name="Slide Number Placeholder 5">
            <a:extLst>
              <a:ext uri="{FF2B5EF4-FFF2-40B4-BE49-F238E27FC236}">
                <a16:creationId xmlns:a16="http://schemas.microsoft.com/office/drawing/2014/main" id="{CD7B220B-EF3D-BE4F-BF25-07EFF34B48A6}"/>
              </a:ext>
            </a:extLst>
          </p:cNvPr>
          <p:cNvSpPr>
            <a:spLocks noGrp="1"/>
          </p:cNvSpPr>
          <p:nvPr>
            <p:ph type="sldNum" sz="quarter" idx="4"/>
          </p:nvPr>
        </p:nvSpPr>
        <p:spPr>
          <a:xfrm>
            <a:off x="9794240" y="6462537"/>
            <a:ext cx="2241510" cy="256466"/>
          </a:xfrm>
          <a:prstGeom prst="rect">
            <a:avLst/>
          </a:prstGeom>
        </p:spPr>
        <p:txBody>
          <a:bodyPr vert="horz" lIns="0" tIns="0" rIns="0" bIns="0" rtlCol="0" anchor="b" anchorCtr="0"/>
          <a:lstStyle>
            <a:lvl1pPr algn="r">
              <a:defRPr sz="1000" b="0" i="0">
                <a:solidFill>
                  <a:schemeClr val="tx2"/>
                </a:solidFill>
                <a:latin typeface="+mj-lt"/>
              </a:defRPr>
            </a:lvl1pPr>
          </a:lstStyle>
          <a:p>
            <a:fld id="{8460F52F-7CAE-844F-8A72-CAF89AA35A71}" type="slidenum">
              <a:rPr lang="en-FI" smtClean="0"/>
              <a:pPr/>
              <a:t>‹#›</a:t>
            </a:fld>
            <a:endParaRPr lang="en-FI" dirty="0"/>
          </a:p>
        </p:txBody>
      </p:sp>
      <p:pic>
        <p:nvPicPr>
          <p:cNvPr id="7" name="Graphic 6">
            <a:extLst>
              <a:ext uri="{FF2B5EF4-FFF2-40B4-BE49-F238E27FC236}">
                <a16:creationId xmlns:a16="http://schemas.microsoft.com/office/drawing/2014/main" id="{69E249B0-3AD9-F109-7075-5227A1AB4594}"/>
              </a:ext>
            </a:extLst>
          </p:cNvPr>
          <p:cNvPicPr>
            <a:picLocks noChangeAspect="1"/>
          </p:cNvPicPr>
          <p:nvPr userDrawn="1"/>
        </p:nvPicPr>
        <p:blipFill>
          <a:blip r:embed="rId12"/>
          <a:srcRect/>
          <a:stretch/>
        </p:blipFill>
        <p:spPr>
          <a:xfrm>
            <a:off x="5665042" y="6509105"/>
            <a:ext cx="794837" cy="237419"/>
          </a:xfrm>
          <a:prstGeom prst="rect">
            <a:avLst/>
          </a:prstGeom>
        </p:spPr>
      </p:pic>
      <p:sp>
        <p:nvSpPr>
          <p:cNvPr id="9" name="Date Placeholder 3">
            <a:extLst>
              <a:ext uri="{FF2B5EF4-FFF2-40B4-BE49-F238E27FC236}">
                <a16:creationId xmlns:a16="http://schemas.microsoft.com/office/drawing/2014/main" id="{66292445-DA99-C916-010A-C985456FC09B}"/>
              </a:ext>
            </a:extLst>
          </p:cNvPr>
          <p:cNvSpPr>
            <a:spLocks noGrp="1"/>
          </p:cNvSpPr>
          <p:nvPr>
            <p:ph type="dt" sz="half" idx="2"/>
          </p:nvPr>
        </p:nvSpPr>
        <p:spPr>
          <a:xfrm>
            <a:off x="9794240" y="6335173"/>
            <a:ext cx="1910963" cy="383830"/>
          </a:xfrm>
          <a:prstGeom prst="rect">
            <a:avLst/>
          </a:prstGeom>
        </p:spPr>
        <p:txBody>
          <a:bodyPr vert="horz" lIns="0" tIns="0" rIns="0" bIns="0" rtlCol="0" anchor="b" anchorCtr="0"/>
          <a:lstStyle>
            <a:lvl1pPr algn="l">
              <a:defRPr sz="1000" b="0" i="0">
                <a:solidFill>
                  <a:schemeClr val="tx1"/>
                </a:solidFill>
                <a:latin typeface="+mj-lt"/>
              </a:defRPr>
            </a:lvl1pPr>
          </a:lstStyle>
          <a:p>
            <a:endParaRPr lang="en-FI" dirty="0"/>
          </a:p>
        </p:txBody>
      </p:sp>
    </p:spTree>
    <p:extLst>
      <p:ext uri="{BB962C8B-B14F-4D97-AF65-F5344CB8AC3E}">
        <p14:creationId xmlns:p14="http://schemas.microsoft.com/office/powerpoint/2010/main" val="2482503520"/>
      </p:ext>
    </p:extLst>
  </p:cSld>
  <p:clrMap bg1="lt1" tx1="dk1" bg2="lt2" tx2="dk2" accent1="accent1" accent2="accent2" accent3="accent3" accent4="accent4" accent5="accent5" accent6="accent6" hlink="hlink" folHlink="folHlink"/>
  <p:sldLayoutIdLst>
    <p:sldLayoutId id="2147483795" r:id="rId1"/>
    <p:sldLayoutId id="2147483760" r:id="rId2"/>
    <p:sldLayoutId id="2147483757" r:id="rId3"/>
    <p:sldLayoutId id="2147483758" r:id="rId4"/>
    <p:sldLayoutId id="2147483759" r:id="rId5"/>
    <p:sldLayoutId id="2147483794" r:id="rId6"/>
    <p:sldLayoutId id="2147483761" r:id="rId7"/>
    <p:sldLayoutId id="2147483791" r:id="rId8"/>
    <p:sldLayoutId id="2147483792" r:id="rId9"/>
    <p:sldLayoutId id="2147483793" r:id="rId10"/>
  </p:sldLayoutIdLst>
  <p:hf sldNum="0" hdr="0" ftr="0" dt="0"/>
  <p:txStyles>
    <p:titleStyle>
      <a:lvl1pPr algn="l" defTabSz="914400" rtl="0" eaLnBrk="1" latinLnBrk="0" hangingPunct="1">
        <a:lnSpc>
          <a:spcPct val="90000"/>
        </a:lnSpc>
        <a:spcBef>
          <a:spcPct val="0"/>
        </a:spcBef>
        <a:buNone/>
        <a:defRPr sz="4000" b="1" kern="1200" spc="-2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System Font Regular"/>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Sensors, WiFi and MQTT</a:t>
            </a:r>
          </a:p>
        </p:txBody>
      </p:sp>
      <p:sp>
        <p:nvSpPr>
          <p:cNvPr id="3" name="Subtitle 2"/>
          <p:cNvSpPr>
            <a:spLocks noGrp="1"/>
          </p:cNvSpPr>
          <p:nvPr>
            <p:ph type="subTitle" idx="1"/>
          </p:nvPr>
        </p:nvSpPr>
        <p:spPr/>
        <p:txBody>
          <a:bodyPr/>
          <a:lstStyle/>
          <a:p>
            <a:r>
              <a:t>Build a mini UxV data link with the Arduino UNO R4 WiFi</a:t>
            </a:r>
          </a:p>
        </p:txBody>
      </p:sp>
      <p:sp>
        <p:nvSpPr>
          <p:cNvPr id="4" name="Text Placeholder 3"/>
          <p:cNvSpPr>
            <a:spLocks noGrp="1"/>
          </p:cNvSpPr>
          <p:nvPr>
            <p:ph type="body" idx="11" sz="quarter"/>
          </p:nvPr>
        </p:nvSpPr>
        <p:spPr/>
        <p:txBody>
          <a:bodyPr/>
          <a:lstStyle/>
          <a:p>
            <a:r>
              <a:t>Defence4SME | Metropolia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Board, computer and sketches</a:t>
            </a:r>
          </a:p>
        </p:txBody>
      </p:sp>
      <p:sp>
        <p:nvSpPr>
          <p:cNvPr id="3" name="Text Placeholder 2"/>
          <p:cNvSpPr>
            <a:spLocks noGrp="1"/>
          </p:cNvSpPr>
          <p:nvPr>
            <p:ph type="body" idx="1"/>
          </p:nvPr>
        </p:nvSpPr>
        <p:spPr/>
        <p:txBody>
          <a:bodyPr/>
          <a:lstStyle/>
          <a:p>
            <a:r>
              <a:t>What you work with and how to get code onto the 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the Arduino UNO R4 WiFi?</a:t>
            </a:r>
          </a:p>
        </p:txBody>
      </p:sp>
      <p:sp>
        <p:nvSpPr>
          <p:cNvPr id="3" name="Content Placeholder 2"/>
          <p:cNvSpPr>
            <a:spLocks noGrp="1"/>
          </p:cNvSpPr>
          <p:nvPr>
            <p:ph idx="1"/>
          </p:nvPr>
        </p:nvSpPr>
        <p:spPr/>
        <p:txBody>
          <a:bodyPr/>
          <a:lstStyle/>
          <a:p>
            <a:pPr/>
            <a:r>
              <a:t>A small, programmable computer on one board</a:t>
            </a:r>
          </a:p>
          <a:p>
            <a:pPr/>
            <a:r>
              <a:t>Main chip: Renesas RA4M1 (Arm Cortex-M4, 48 MHz)</a:t>
            </a:r>
          </a:p>
          <a:p>
            <a:pPr/>
            <a:r>
              <a:t>WiFi and Bluetooth: ESP32-S3 module</a:t>
            </a:r>
          </a:p>
          <a:p>
            <a:pPr/>
            <a:r>
              <a:t>12x8 LED matrix, USB-C and a Qwiic (I2C) connector</a:t>
            </a:r>
          </a:p>
          <a:p>
            <a:pPr/>
            <a:r>
              <a:t>Pins for sensors: 14 digital, 6 analog</a:t>
            </a:r>
          </a:p>
          <a:p>
            <a:pPr/>
            <a:r>
              <a:t>Runs one program (a sketch) at a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board at a glance</a:t>
            </a:r>
          </a:p>
        </p:txBody>
      </p:sp>
      <p:graphicFrame>
        <p:nvGraphicFramePr>
          <p:cNvPr id="3" name="Table"/>
          <p:cNvGraphicFramePr>
            <a:graphicFrameLocks noGrp="1"/>
          </p:cNvGraphicFramePr>
          <p:nvPr/>
        </p:nvGraphicFramePr>
        <p:xfrm>
          <a:off x="5120640" y="1463040"/>
          <a:ext cx="6766560" cy="4114800"/>
        </p:xfrm>
        <a:graphic>
          <a:graphicData uri="http://schemas.openxmlformats.org/drawingml/2006/table">
            <a:tbl>
              <a:tblPr firstRow="1" bandRow="1">
                <a:tableStyleId>{5C22544A-7EE6-4342-B048-85BDC9FD1C3A}</a:tableStyleId>
              </a:tblPr>
              <a:tblGrid>
                <a:gridCol w="2834640"/>
                <a:gridCol w="3931920"/>
              </a:tblGrid>
              <a:tr h="457200">
                <a:tc>
                  <a:txBody>
                    <a:bodyPr/>
                    <a:lstStyle/>
                    <a:p>
                      <a:r>
                        <a:rPr sz="1400" b="1">
                          <a:solidFill>
                            <a:srgbClr val="FFFFFF"/>
                          </a:solidFill>
                        </a:rPr>
                        <a:t>Part</a:t>
                      </a:r>
                    </a:p>
                  </a:txBody>
                  <a:tcPr>
                    <a:solidFill>
                      <a:srgbClr val="FF5000"/>
                    </a:solidFill>
                  </a:tcPr>
                </a:tc>
                <a:tc>
                  <a:txBody>
                    <a:bodyPr/>
                    <a:lstStyle/>
                    <a:p>
                      <a:r>
                        <a:rPr sz="1400" b="1">
                          <a:solidFill>
                            <a:srgbClr val="FFFFFF"/>
                          </a:solidFill>
                        </a:rPr>
                        <a:t>What it does</a:t>
                      </a:r>
                    </a:p>
                  </a:txBody>
                  <a:tcPr>
                    <a:solidFill>
                      <a:srgbClr val="FF5000"/>
                    </a:solidFill>
                  </a:tcPr>
                </a:tc>
              </a:tr>
              <a:tr h="457200">
                <a:tc>
                  <a:txBody>
                    <a:bodyPr/>
                    <a:lstStyle/>
                    <a:p>
                      <a:r>
                        <a:rPr sz="1400">
                          <a:solidFill>
                            <a:srgbClr val="FFFFFF"/>
                          </a:solidFill>
                        </a:rPr>
                        <a:t>USB-C port</a:t>
                      </a:r>
                    </a:p>
                  </a:txBody>
                  <a:tcPr>
                    <a:solidFill>
                      <a:srgbClr val="363E3C"/>
                    </a:solidFill>
                  </a:tcPr>
                </a:tc>
                <a:tc>
                  <a:txBody>
                    <a:bodyPr/>
                    <a:lstStyle/>
                    <a:p>
                      <a:r>
                        <a:rPr sz="1400">
                          <a:solidFill>
                            <a:srgbClr val="FFFFFF"/>
                          </a:solidFill>
                        </a:rPr>
                        <a:t>Power and uploading sketches</a:t>
                      </a:r>
                    </a:p>
                  </a:txBody>
                  <a:tcPr>
                    <a:solidFill>
                      <a:srgbClr val="363E3C"/>
                    </a:solidFill>
                  </a:tcPr>
                </a:tc>
              </a:tr>
              <a:tr h="457200">
                <a:tc>
                  <a:txBody>
                    <a:bodyPr/>
                    <a:lstStyle/>
                    <a:p>
                      <a:r>
                        <a:rPr sz="1400">
                          <a:solidFill>
                            <a:srgbClr val="FFFFFF"/>
                          </a:solidFill>
                        </a:rPr>
                        <a:t>Microcontroller (RA4M1)</a:t>
                      </a:r>
                    </a:p>
                  </a:txBody>
                  <a:tcPr>
                    <a:solidFill>
                      <a:srgbClr val="535659"/>
                    </a:solidFill>
                  </a:tcPr>
                </a:tc>
                <a:tc>
                  <a:txBody>
                    <a:bodyPr/>
                    <a:lstStyle/>
                    <a:p>
                      <a:r>
                        <a:rPr sz="1400">
                          <a:solidFill>
                            <a:srgbClr val="FFFFFF"/>
                          </a:solidFill>
                        </a:rPr>
                        <a:t>Runs your sketch</a:t>
                      </a:r>
                    </a:p>
                  </a:txBody>
                  <a:tcPr>
                    <a:solidFill>
                      <a:srgbClr val="535659"/>
                    </a:solidFill>
                  </a:tcPr>
                </a:tc>
              </a:tr>
              <a:tr h="457200">
                <a:tc>
                  <a:txBody>
                    <a:bodyPr/>
                    <a:lstStyle/>
                    <a:p>
                      <a:r>
                        <a:rPr sz="1400">
                          <a:solidFill>
                            <a:srgbClr val="FFFFFF"/>
                          </a:solidFill>
                        </a:rPr>
                        <a:t>WiFi module (ESP32-S3)</a:t>
                      </a:r>
                    </a:p>
                  </a:txBody>
                  <a:tcPr>
                    <a:solidFill>
                      <a:srgbClr val="363E3C"/>
                    </a:solidFill>
                  </a:tcPr>
                </a:tc>
                <a:tc>
                  <a:txBody>
                    <a:bodyPr/>
                    <a:lstStyle/>
                    <a:p>
                      <a:r>
                        <a:rPr sz="1400">
                          <a:solidFill>
                            <a:srgbClr val="FFFFFF"/>
                          </a:solidFill>
                        </a:rPr>
                        <a:t>Connects to WiFi and the internet</a:t>
                      </a:r>
                    </a:p>
                  </a:txBody>
                  <a:tcPr>
                    <a:solidFill>
                      <a:srgbClr val="363E3C"/>
                    </a:solidFill>
                  </a:tcPr>
                </a:tc>
              </a:tr>
              <a:tr h="457200">
                <a:tc>
                  <a:txBody>
                    <a:bodyPr/>
                    <a:lstStyle/>
                    <a:p>
                      <a:r>
                        <a:rPr sz="1400">
                          <a:solidFill>
                            <a:srgbClr val="FFFFFF"/>
                          </a:solidFill>
                        </a:rPr>
                        <a:t>12x8 LED matrix</a:t>
                      </a:r>
                    </a:p>
                  </a:txBody>
                  <a:tcPr>
                    <a:solidFill>
                      <a:srgbClr val="535659"/>
                    </a:solidFill>
                  </a:tcPr>
                </a:tc>
                <a:tc>
                  <a:txBody>
                    <a:bodyPr/>
                    <a:lstStyle/>
                    <a:p>
                      <a:r>
                        <a:rPr sz="1400">
                          <a:solidFill>
                            <a:srgbClr val="FFFFFF"/>
                          </a:solidFill>
                        </a:rPr>
                        <a:t>Shows text and status</a:t>
                      </a:r>
                    </a:p>
                  </a:txBody>
                  <a:tcPr>
                    <a:solidFill>
                      <a:srgbClr val="535659"/>
                    </a:solidFill>
                  </a:tcPr>
                </a:tc>
              </a:tr>
              <a:tr h="457200">
                <a:tc>
                  <a:txBody>
                    <a:bodyPr/>
                    <a:lstStyle/>
                    <a:p>
                      <a:r>
                        <a:rPr sz="1400">
                          <a:solidFill>
                            <a:srgbClr val="FFFFFF"/>
                          </a:solidFill>
                        </a:rPr>
                        <a:t>Digital pins D0-D13</a:t>
                      </a:r>
                    </a:p>
                  </a:txBody>
                  <a:tcPr>
                    <a:solidFill>
                      <a:srgbClr val="363E3C"/>
                    </a:solidFill>
                  </a:tcPr>
                </a:tc>
                <a:tc>
                  <a:txBody>
                    <a:bodyPr/>
                    <a:lstStyle/>
                    <a:p>
                      <a:r>
                        <a:rPr sz="1400">
                          <a:solidFill>
                            <a:srgbClr val="FFFFFF"/>
                          </a:solidFill>
                        </a:rPr>
                        <a:t>On/off signals in and out</a:t>
                      </a:r>
                    </a:p>
                  </a:txBody>
                  <a:tcPr>
                    <a:solidFill>
                      <a:srgbClr val="363E3C"/>
                    </a:solidFill>
                  </a:tcPr>
                </a:tc>
              </a:tr>
              <a:tr h="457200">
                <a:tc>
                  <a:txBody>
                    <a:bodyPr/>
                    <a:lstStyle/>
                    <a:p>
                      <a:r>
                        <a:rPr sz="1400">
                          <a:solidFill>
                            <a:srgbClr val="FFFFFF"/>
                          </a:solidFill>
                        </a:rPr>
                        <a:t>Analog pins A0-A5</a:t>
                      </a:r>
                    </a:p>
                  </a:txBody>
                  <a:tcPr>
                    <a:solidFill>
                      <a:srgbClr val="535659"/>
                    </a:solidFill>
                  </a:tcPr>
                </a:tc>
                <a:tc>
                  <a:txBody>
                    <a:bodyPr/>
                    <a:lstStyle/>
                    <a:p>
                      <a:r>
                        <a:rPr sz="1400">
                          <a:solidFill>
                            <a:srgbClr val="FFFFFF"/>
                          </a:solidFill>
                        </a:rPr>
                        <a:t>Read varying voltages from sensors</a:t>
                      </a:r>
                    </a:p>
                  </a:txBody>
                  <a:tcPr>
                    <a:solidFill>
                      <a:srgbClr val="535659"/>
                    </a:solidFill>
                  </a:tcPr>
                </a:tc>
              </a:tr>
              <a:tr h="457200">
                <a:tc>
                  <a:txBody>
                    <a:bodyPr/>
                    <a:lstStyle/>
                    <a:p>
                      <a:r>
                        <a:rPr sz="1400">
                          <a:solidFill>
                            <a:srgbClr val="FFFFFF"/>
                          </a:solidFill>
                        </a:rPr>
                        <a:t>I2C (SDA/SCL, Qwiic)</a:t>
                      </a:r>
                    </a:p>
                  </a:txBody>
                  <a:tcPr>
                    <a:solidFill>
                      <a:srgbClr val="363E3C"/>
                    </a:solidFill>
                  </a:tcPr>
                </a:tc>
                <a:tc>
                  <a:txBody>
                    <a:bodyPr/>
                    <a:lstStyle/>
                    <a:p>
                      <a:r>
                        <a:rPr sz="1400">
                          <a:solidFill>
                            <a:srgbClr val="FFFFFF"/>
                          </a:solidFill>
                        </a:rPr>
                        <a:t>Bus for digital sensors</a:t>
                      </a:r>
                    </a:p>
                  </a:txBody>
                  <a:tcPr>
                    <a:solidFill>
                      <a:srgbClr val="363E3C"/>
                    </a:solidFill>
                  </a:tcPr>
                </a:tc>
              </a:tr>
              <a:tr h="457200">
                <a:tc>
                  <a:txBody>
                    <a:bodyPr/>
                    <a:lstStyle/>
                    <a:p>
                      <a:r>
                        <a:rPr sz="1400">
                          <a:solidFill>
                            <a:srgbClr val="FFFFFF"/>
                          </a:solidFill>
                        </a:rPr>
                        <a:t>Power pins 5V, 3.3V, GND</a:t>
                      </a:r>
                    </a:p>
                  </a:txBody>
                  <a:tcPr>
                    <a:solidFill>
                      <a:srgbClr val="535659"/>
                    </a:solidFill>
                  </a:tcPr>
                </a:tc>
                <a:tc>
                  <a:txBody>
                    <a:bodyPr/>
                    <a:lstStyle/>
                    <a:p>
                      <a:r>
                        <a:rPr sz="1400">
                          <a:solidFill>
                            <a:srgbClr val="FFFFFF"/>
                          </a:solidFill>
                        </a:rPr>
                        <a:t>Power for sensors</a:t>
                      </a:r>
                    </a:p>
                  </a:txBody>
                  <a:tcPr>
                    <a:solidFill>
                      <a:srgbClr val="53565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Powering the board</a:t>
            </a:r>
          </a:p>
        </p:txBody>
      </p:sp>
      <p:sp>
        <p:nvSpPr>
          <p:cNvPr id="3" name="Content Placeholder 2"/>
          <p:cNvSpPr>
            <a:spLocks noGrp="1"/>
          </p:cNvSpPr>
          <p:nvPr>
            <p:ph idx="1"/>
          </p:nvPr>
        </p:nvSpPr>
        <p:spPr/>
        <p:txBody>
          <a:bodyPr/>
          <a:lstStyle/>
          <a:p>
            <a:pPr/>
            <a:r>
              <a:t>USB-C to a computer: power and uploading</a:t>
            </a:r>
          </a:p>
          <a:p>
            <a:pPr/>
            <a:r>
              <a:t>USB-C to a mains charger or power bank: power only</a:t>
            </a:r>
          </a:p>
          <a:p>
            <a:pPr/>
            <a:r>
              <a:t>Any standard 5 V USB charger works</a:t>
            </a:r>
          </a:p>
          <a:p>
            <a:pPr/>
            <a:r>
              <a:t>The sketch is stored in the board and starts at power-up</a:t>
            </a:r>
          </a:p>
          <a:p>
            <a:pPr/>
            <a:r>
              <a:t>Use a USB-C cable with data lines for uploading</a:t>
            </a:r>
          </a:p>
          <a:p>
            <a:pPr/>
            <a:r>
              <a:t>Some power banks switch off at low current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need on the computer</a:t>
            </a:r>
          </a:p>
        </p:txBody>
      </p:sp>
      <p:sp>
        <p:nvSpPr>
          <p:cNvPr id="3" name="Content Placeholder 2"/>
          <p:cNvSpPr>
            <a:spLocks noGrp="1"/>
          </p:cNvSpPr>
          <p:nvPr>
            <p:ph idx="1"/>
          </p:nvPr>
        </p:nvSpPr>
        <p:spPr/>
        <p:txBody>
          <a:bodyPr/>
          <a:lstStyle/>
          <a:p>
            <a:pPr/>
            <a:r>
              <a:t>Arduino IDE 2.x (free, arduino.cc/en/software)</a:t>
            </a:r>
          </a:p>
          <a:p>
            <a:pPr/>
            <a:r>
              <a:t>USB-C data cable to the board</a:t>
            </a:r>
          </a:p>
          <a:p>
            <a:pPr/>
            <a:r>
              <a:t>Internet access to download boards and libraries</a:t>
            </a:r>
          </a:p>
          <a:p>
            <a:pPr/>
            <a:r>
              <a:t>Class WiFi name and password (2.4 GHz)</a:t>
            </a:r>
          </a:p>
          <a:p>
            <a:pPr/>
            <a:r>
              <a:t>Shiftr token and your unique board name</a:t>
            </a:r>
          </a:p>
          <a:p>
            <a:pPr/>
            <a:r>
              <a:t>Sensors and jumper cables (breadboard for several)</a:t>
            </a:r>
          </a:p>
          <a:p>
            <a:pPr/>
            <a:r>
              <a:t>Admin rights may be needed on a managed computer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Setting up the Arduino IDE</a:t>
            </a:r>
          </a:p>
        </p:txBody>
      </p:sp>
      <p:sp>
        <p:nvSpPr>
          <p:cNvPr id="3" name="Content Placeholder 2"/>
          <p:cNvSpPr>
            <a:spLocks noGrp="1"/>
          </p:cNvSpPr>
          <p:nvPr>
            <p:ph idx="1"/>
          </p:nvPr>
        </p:nvSpPr>
        <p:spPr/>
        <p:txBody>
          <a:bodyPr/>
          <a:lstStyle/>
          <a:p>
            <a:pPr/>
            <a:r>
              <a:t>1. Install the Arduino IDE and open it</a:t>
            </a:r>
          </a:p>
          <a:p>
            <a:pPr/>
            <a:r>
              <a:t>2. Boards Manager: install Arduino UNO R4 Boards</a:t>
            </a:r>
          </a:p>
          <a:p>
            <a:pPr/>
            <a:r>
              <a:t>3. Library Manager: install ArduinoMqttClient</a:t>
            </a:r>
          </a:p>
          <a:p>
            <a:pPr/>
            <a:r>
              <a:t>4. Plug in the board, then Tools &gt; Board &gt; UNO R4 WiFi</a:t>
            </a:r>
          </a:p>
          <a:p>
            <a:pPr/>
            <a:r>
              <a:t>5. Tools &gt; Port: choose the usbmodem / COM port</a:t>
            </a:r>
          </a:p>
          <a:p>
            <a:pPr/>
            <a:r>
              <a:t>6. Empty library list? Wait a minute or restart the 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a sketch works</a:t>
            </a:r>
          </a:p>
        </p:txBody>
      </p:sp>
      <p:sp>
        <p:nvSpPr>
          <p:cNvPr id="3" name="Content Placeholder 2"/>
          <p:cNvSpPr>
            <a:spLocks noGrp="1"/>
          </p:cNvSpPr>
          <p:nvPr>
            <p:ph idx="1"/>
          </p:nvPr>
        </p:nvSpPr>
        <p:spPr/>
        <p:txBody>
          <a:bodyPr/>
          <a:lstStyle/>
          <a:p>
            <a:pPr/>
            <a:r>
              <a:t>A sketch is a text file (.ino) with C++ code</a:t>
            </a:r>
          </a:p>
          <a:p>
            <a:pPr/>
            <a:r>
              <a:t>setup() runs once when the board starts</a:t>
            </a:r>
          </a:p>
          <a:p>
            <a:pPr/>
            <a:r>
              <a:t>loop() repeats forever</a:t>
            </a:r>
          </a:p>
          <a:p>
            <a:pPr/>
            <a:r>
              <a:t>Our loop: connect WiFi and MQTT, read sensor, publish</a:t>
            </a:r>
          </a:p>
          <a:p>
            <a:pPr/>
            <a:r>
              <a:t>Edit only the lines under CHANGE THESE</a:t>
            </a:r>
          </a:p>
          <a:p>
            <a:pPr/>
            <a:r>
              <a:t>LED matrix and Serial Monitor show what the board does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Uploading a sketch</a:t>
            </a:r>
          </a:p>
        </p:txBody>
      </p:sp>
      <p:sp>
        <p:nvSpPr>
          <p:cNvPr id="3" name="Content Placeholder 2"/>
          <p:cNvSpPr>
            <a:spLocks noGrp="1"/>
          </p:cNvSpPr>
          <p:nvPr>
            <p:ph idx="1"/>
          </p:nvPr>
        </p:nvSpPr>
        <p:spPr/>
        <p:txBody>
          <a:bodyPr/>
          <a:lstStyle/>
          <a:p>
            <a:pPr/>
            <a:r>
              <a:t>1. File &gt; Open the .ino file (accept the folder prompt)</a:t>
            </a:r>
          </a:p>
          <a:p>
            <a:pPr/>
            <a:r>
              <a:t>2. Edit WiFi, token and your unique name</a:t>
            </a:r>
          </a:p>
          <a:p>
            <a:pPr/>
            <a:r>
              <a:t>3. Check Tools &gt; Board and Tools &gt; Port</a:t>
            </a:r>
          </a:p>
          <a:p>
            <a:pPr/>
            <a:r>
              <a:t>4. Click Upload (arrow button)</a:t>
            </a:r>
          </a:p>
          <a:p>
            <a:pPr/>
            <a:r>
              <a:t>5. Matrix: W, then M, then a check mark = connected</a:t>
            </a:r>
          </a:p>
          <a:p>
            <a:pPr/>
            <a:r>
              <a:t>6. Upload fails? See the next slide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Upload fails: No device found</a:t>
            </a:r>
          </a:p>
        </p:txBody>
      </p:sp>
      <p:sp>
        <p:nvSpPr>
          <p:cNvPr id="3" name="Content Placeholder 2"/>
          <p:cNvSpPr>
            <a:spLocks noGrp="1"/>
          </p:cNvSpPr>
          <p:nvPr>
            <p:ph idx="1"/>
          </p:nvPr>
        </p:nvSpPr>
        <p:spPr/>
        <p:txBody>
          <a:bodyPr/>
          <a:lstStyle/>
          <a:p>
            <a:pPr/>
            <a:r>
              <a:t>1. Close Serial Monitor and any script using the port</a:t>
            </a:r>
          </a:p>
          <a:p>
            <a:pPr/>
            <a:r>
              <a:t>2. Press reset twice quickly: the LED pulses (upload mode)</a:t>
            </a:r>
          </a:p>
          <a:p>
            <a:pPr/>
            <a:r>
              <a:t>3. Tools &gt; Port: choose the new port that appeared</a:t>
            </a:r>
          </a:p>
          <a:p>
            <a:pPr/>
            <a:r>
              <a:t>4. Check Tools &gt; Board is Arduino UNO R4 WiFi</a:t>
            </a:r>
          </a:p>
          <a:p>
            <a:pPr/>
            <a:r>
              <a:t>5. Click Upload right away</a:t>
            </a:r>
          </a:p>
          <a:p>
            <a:pPr/>
            <a:r>
              <a:t>6. Still failing? Try another data cable or USB 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the LED matrix</a:t>
            </a:r>
          </a:p>
        </p:txBody>
      </p:sp>
      <p:graphicFrame>
        <p:nvGraphicFramePr>
          <p:cNvPr id="3" name="Table"/>
          <p:cNvGraphicFramePr>
            <a:graphicFrameLocks noGrp="1"/>
          </p:cNvGraphicFramePr>
          <p:nvPr/>
        </p:nvGraphicFramePr>
        <p:xfrm>
          <a:off x="338328" y="1463040"/>
          <a:ext cx="11521440" cy="4114800"/>
        </p:xfrm>
        <a:graphic>
          <a:graphicData uri="http://schemas.openxmlformats.org/drawingml/2006/table">
            <a:tbl>
              <a:tblPr firstRow="1" bandRow="1">
                <a:tableStyleId>{5C22544A-7EE6-4342-B048-85BDC9FD1C3A}</a:tableStyleId>
              </a:tblPr>
              <a:tblGrid>
                <a:gridCol w="3657600"/>
                <a:gridCol w="7863840"/>
              </a:tblGrid>
              <a:tr h="457200">
                <a:tc>
                  <a:txBody>
                    <a:bodyPr/>
                    <a:lstStyle/>
                    <a:p>
                      <a:r>
                        <a:rPr sz="1600" b="1">
                          <a:solidFill>
                            <a:srgbClr val="FFFFFF"/>
                          </a:solidFill>
                        </a:rPr>
                        <a:t>Matrix shows</a:t>
                      </a:r>
                    </a:p>
                  </a:txBody>
                  <a:tcPr>
                    <a:solidFill>
                      <a:srgbClr val="FF5000"/>
                    </a:solidFill>
                  </a:tcPr>
                </a:tc>
                <a:tc>
                  <a:txBody>
                    <a:bodyPr/>
                    <a:lstStyle/>
                    <a:p>
                      <a:r>
                        <a:rPr sz="1600" b="1">
                          <a:solidFill>
                            <a:srgbClr val="FFFFFF"/>
                          </a:solidFill>
                        </a:rPr>
                        <a:t>Meaning</a:t>
                      </a:r>
                    </a:p>
                  </a:txBody>
                  <a:tcPr>
                    <a:solidFill>
                      <a:srgbClr val="FF5000"/>
                    </a:solidFill>
                  </a:tcPr>
                </a:tc>
              </a:tr>
              <a:tr h="457200">
                <a:tc>
                  <a:txBody>
                    <a:bodyPr/>
                    <a:lstStyle/>
                    <a:p>
                      <a:r>
                        <a:rPr sz="1600">
                          <a:solidFill>
                            <a:srgbClr val="FFFFFF"/>
                          </a:solidFill>
                        </a:rPr>
                        <a:t>All LEDs on</a:t>
                      </a:r>
                    </a:p>
                  </a:txBody>
                  <a:tcPr>
                    <a:solidFill>
                      <a:srgbClr val="363E3C"/>
                    </a:solidFill>
                  </a:tcPr>
                </a:tc>
                <a:tc>
                  <a:txBody>
                    <a:bodyPr/>
                    <a:lstStyle/>
                    <a:p>
                      <a:r>
                        <a:rPr sz="1600">
                          <a:solidFill>
                            <a:srgbClr val="FFFFFF"/>
                          </a:solidFill>
                        </a:rPr>
                        <a:t>Board started (lamp test)</a:t>
                      </a:r>
                    </a:p>
                  </a:txBody>
                  <a:tcPr>
                    <a:solidFill>
                      <a:srgbClr val="363E3C"/>
                    </a:solidFill>
                  </a:tcPr>
                </a:tc>
              </a:tr>
              <a:tr h="457200">
                <a:tc>
                  <a:txBody>
                    <a:bodyPr/>
                    <a:lstStyle/>
                    <a:p>
                      <a:r>
                        <a:rPr sz="1600">
                          <a:solidFill>
                            <a:srgbClr val="FFFFFF"/>
                          </a:solidFill>
                        </a:rPr>
                        <a:t>Blinking W</a:t>
                      </a:r>
                    </a:p>
                  </a:txBody>
                  <a:tcPr>
                    <a:solidFill>
                      <a:srgbClr val="535659"/>
                    </a:solidFill>
                  </a:tcPr>
                </a:tc>
                <a:tc>
                  <a:txBody>
                    <a:bodyPr/>
                    <a:lstStyle/>
                    <a:p>
                      <a:r>
                        <a:rPr sz="1600">
                          <a:solidFill>
                            <a:srgbClr val="FFFFFF"/>
                          </a:solidFill>
                        </a:rPr>
                        <a:t>Connecting to WiFi</a:t>
                      </a:r>
                    </a:p>
                  </a:txBody>
                  <a:tcPr>
                    <a:solidFill>
                      <a:srgbClr val="535659"/>
                    </a:solidFill>
                  </a:tcPr>
                </a:tc>
              </a:tr>
              <a:tr h="457200">
                <a:tc>
                  <a:txBody>
                    <a:bodyPr/>
                    <a:lstStyle/>
                    <a:p>
                      <a:r>
                        <a:rPr sz="1600">
                          <a:solidFill>
                            <a:srgbClr val="FFFFFF"/>
                          </a:solidFill>
                        </a:rPr>
                        <a:t>M</a:t>
                      </a:r>
                    </a:p>
                  </a:txBody>
                  <a:tcPr>
                    <a:solidFill>
                      <a:srgbClr val="363E3C"/>
                    </a:solidFill>
                  </a:tcPr>
                </a:tc>
                <a:tc>
                  <a:txBody>
                    <a:bodyPr/>
                    <a:lstStyle/>
                    <a:p>
                      <a:r>
                        <a:rPr sz="1600">
                          <a:solidFill>
                            <a:srgbClr val="FFFFFF"/>
                          </a:solidFill>
                        </a:rPr>
                        <a:t>Connecting to the MQTT broker (Shiftr)</a:t>
                      </a:r>
                    </a:p>
                  </a:txBody>
                  <a:tcPr>
                    <a:solidFill>
                      <a:srgbClr val="363E3C"/>
                    </a:solidFill>
                  </a:tcPr>
                </a:tc>
              </a:tr>
              <a:tr h="457200">
                <a:tc>
                  <a:txBody>
                    <a:bodyPr/>
                    <a:lstStyle/>
                    <a:p>
                      <a:r>
                        <a:rPr sz="1600">
                          <a:solidFill>
                            <a:srgbClr val="FFFFFF"/>
                          </a:solidFill>
                        </a:rPr>
                        <a:t>Check mark</a:t>
                      </a:r>
                    </a:p>
                  </a:txBody>
                  <a:tcPr>
                    <a:solidFill>
                      <a:srgbClr val="535659"/>
                    </a:solidFill>
                  </a:tcPr>
                </a:tc>
                <a:tc>
                  <a:txBody>
                    <a:bodyPr/>
                    <a:lstStyle/>
                    <a:p>
                      <a:r>
                        <a:rPr sz="1600">
                          <a:solidFill>
                            <a:srgbClr val="FFFFFF"/>
                          </a:solidFill>
                        </a:rPr>
                        <a:t>WiFi and MQTT connected</a:t>
                      </a:r>
                    </a:p>
                  </a:txBody>
                  <a:tcPr>
                    <a:solidFill>
                      <a:srgbClr val="535659"/>
                    </a:solidFill>
                  </a:tcPr>
                </a:tc>
              </a:tr>
              <a:tr h="457200">
                <a:tc>
                  <a:txBody>
                    <a:bodyPr/>
                    <a:lstStyle/>
                    <a:p>
                      <a:r>
                        <a:rPr sz="1600">
                          <a:solidFill>
                            <a:srgbClr val="FFFFFF"/>
                          </a:solidFill>
                        </a:rPr>
                        <a:t>Small dot</a:t>
                      </a:r>
                    </a:p>
                  </a:txBody>
                  <a:tcPr>
                    <a:solidFill>
                      <a:srgbClr val="363E3C"/>
                    </a:solidFill>
                  </a:tcPr>
                </a:tc>
                <a:tc>
                  <a:txBody>
                    <a:bodyPr/>
                    <a:lstStyle/>
                    <a:p>
                      <a:r>
                        <a:rPr sz="1600">
                          <a:solidFill>
                            <a:srgbClr val="FFFFFF"/>
                          </a:solidFill>
                        </a:rPr>
                        <a:t>Online and running</a:t>
                      </a:r>
                    </a:p>
                  </a:txBody>
                  <a:tcPr>
                    <a:solidFill>
                      <a:srgbClr val="363E3C"/>
                    </a:solidFill>
                  </a:tcPr>
                </a:tc>
              </a:tr>
              <a:tr h="457200">
                <a:tc>
                  <a:txBody>
                    <a:bodyPr/>
                    <a:lstStyle/>
                    <a:p>
                      <a:r>
                        <a:rPr sz="1600">
                          <a:solidFill>
                            <a:srgbClr val="FFFFFF"/>
                          </a:solidFill>
                        </a:rPr>
                        <a:t>Bigger flash</a:t>
                      </a:r>
                    </a:p>
                  </a:txBody>
                  <a:tcPr>
                    <a:solidFill>
                      <a:srgbClr val="535659"/>
                    </a:solidFill>
                  </a:tcPr>
                </a:tc>
                <a:tc>
                  <a:txBody>
                    <a:bodyPr/>
                    <a:lstStyle/>
                    <a:p>
                      <a:r>
                        <a:rPr sz="1600">
                          <a:solidFill>
                            <a:srgbClr val="FFFFFF"/>
                          </a:solidFill>
                        </a:rPr>
                        <a:t>A message was just sent</a:t>
                      </a:r>
                    </a:p>
                  </a:txBody>
                  <a:tcPr>
                    <a:solidFill>
                      <a:srgbClr val="535659"/>
                    </a:solidFill>
                  </a:tcPr>
                </a:tc>
              </a:tr>
              <a:tr h="457200">
                <a:tc>
                  <a:txBody>
                    <a:bodyPr/>
                    <a:lstStyle/>
                    <a:p>
                      <a:r>
                        <a:rPr sz="1600">
                          <a:solidFill>
                            <a:srgbClr val="FFFFFF"/>
                          </a:solidFill>
                        </a:rPr>
                        <a:t>X, then M again</a:t>
                      </a:r>
                    </a:p>
                  </a:txBody>
                  <a:tcPr>
                    <a:solidFill>
                      <a:srgbClr val="363E3C"/>
                    </a:solidFill>
                  </a:tcPr>
                </a:tc>
                <a:tc>
                  <a:txBody>
                    <a:bodyPr/>
                    <a:lstStyle/>
                    <a:p>
                      <a:r>
                        <a:rPr sz="1600">
                          <a:solidFill>
                            <a:srgbClr val="FFFFFF"/>
                          </a:solidFill>
                        </a:rPr>
                        <a:t>MQTT failed: check token and name</a:t>
                      </a:r>
                    </a:p>
                  </a:txBody>
                  <a:tcPr>
                    <a:solidFill>
                      <a:srgbClr val="363E3C"/>
                    </a:solidFill>
                  </a:tcPr>
                </a:tc>
              </a:tr>
              <a:tr h="457200">
                <a:tc>
                  <a:txBody>
                    <a:bodyPr/>
                    <a:lstStyle/>
                    <a:p>
                      <a:r>
                        <a:rPr sz="1600">
                          <a:solidFill>
                            <a:srgbClr val="FFFFFF"/>
                          </a:solidFill>
                        </a:rPr>
                        <a:t>!</a:t>
                      </a:r>
                    </a:p>
                  </a:txBody>
                  <a:tcPr>
                    <a:solidFill>
                      <a:srgbClr val="535659"/>
                    </a:solidFill>
                  </a:tcPr>
                </a:tc>
                <a:tc>
                  <a:txBody>
                    <a:bodyPr/>
                    <a:lstStyle/>
                    <a:p>
                      <a:r>
                        <a:rPr sz="1600">
                          <a:solidFill>
                            <a:srgbClr val="FFFFFF"/>
                          </a:solidFill>
                        </a:rPr>
                        <a:t>Sensor problem: check the wiring</a:t>
                      </a:r>
                    </a:p>
                  </a:txBody>
                  <a:tcPr>
                    <a:solidFill>
                      <a:srgbClr val="53565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After uploading, unplug the board from the computer</a:t>
            </a:r>
          </a:p>
        </p:txBody>
      </p:sp>
      <p:sp>
        <p:nvSpPr>
          <p:cNvPr id="3" name="Text Placeholder 2"/>
          <p:cNvSpPr>
            <a:spLocks noGrp="1"/>
          </p:cNvSpPr>
          <p:nvPr>
            <p:ph type="body" idx="13" sz="quarter"/>
          </p:nvPr>
        </p:nvSpPr>
        <p:spPr/>
        <p:txBody>
          <a:bodyPr/>
          <a:lstStyle/>
          <a:p>
            <a:pPr/>
            <a:r>
              <a:t>Power it from a USB-C charger or power bank</a:t>
            </a:r>
          </a:p>
          <a:p>
            <a:pPr/>
            <a:r>
              <a:t>The sketch starts by itself and joins WiFi</a:t>
            </a:r>
          </a:p>
          <a:p>
            <a:pPr/>
            <a:r>
              <a:t>Your board name appears in Shiftr when it is online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MQTT and the dashboard</a:t>
            </a:r>
          </a:p>
        </p:txBody>
      </p:sp>
      <p:sp>
        <p:nvSpPr>
          <p:cNvPr id="3" name="Text Placeholder 2"/>
          <p:cNvSpPr>
            <a:spLocks noGrp="1"/>
          </p:cNvSpPr>
          <p:nvPr>
            <p:ph type="body" idx="1"/>
          </p:nvPr>
        </p:nvSpPr>
        <p:spPr/>
        <p:txBody>
          <a:bodyPr/>
          <a:lstStyle/>
          <a:p>
            <a:r>
              <a:t>How the data travels from the board to the screen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MQTT?</a:t>
            </a:r>
          </a:p>
        </p:txBody>
      </p:sp>
      <p:sp>
        <p:nvSpPr>
          <p:cNvPr id="3" name="Content Placeholder 2"/>
          <p:cNvSpPr>
            <a:spLocks noGrp="1"/>
          </p:cNvSpPr>
          <p:nvPr>
            <p:ph idx="1"/>
          </p:nvPr>
        </p:nvSpPr>
        <p:spPr/>
        <p:txBody>
          <a:bodyPr/>
          <a:lstStyle/>
          <a:p>
            <a:pPr/>
            <a:r>
              <a:t>A lightweight messaging protocol for IoT and telemetry</a:t>
            </a:r>
          </a:p>
          <a:p>
            <a:pPr/>
            <a:r>
              <a:t>Publish/subscribe: devices never talk directly</a:t>
            </a:r>
          </a:p>
          <a:p>
            <a:pPr/>
            <a:r>
              <a:t>Broker: the post office that routes messages (here Shiftr)</a:t>
            </a:r>
          </a:p>
          <a:p>
            <a:pPr/>
            <a:r>
              <a:t>Topic: the address, e.g. class/anna/distance</a:t>
            </a:r>
          </a:p>
          <a:p>
            <a:pPr/>
            <a:r>
              <a:t>Publishers send values, subscribers receive them</a:t>
            </a:r>
          </a:p>
          <a:p>
            <a:pPr/>
            <a:r>
              <a:t>Small overhead: works on weak and slow links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a message travels</a:t>
            </a:r>
          </a:p>
        </p:txBody>
      </p:sp>
      <p:graphicFrame>
        <p:nvGraphicFramePr>
          <p:cNvPr id="3" name="Table"/>
          <p:cNvGraphicFramePr>
            <a:graphicFrameLocks noGrp="1"/>
          </p:cNvGraphicFramePr>
          <p:nvPr/>
        </p:nvGraphicFramePr>
        <p:xfrm>
          <a:off x="338328" y="1463040"/>
          <a:ext cx="11521440" cy="3200400"/>
        </p:xfrm>
        <a:graphic>
          <a:graphicData uri="http://schemas.openxmlformats.org/drawingml/2006/table">
            <a:tbl>
              <a:tblPr firstRow="1" bandRow="1">
                <a:tableStyleId>{5C22544A-7EE6-4342-B048-85BDC9FD1C3A}</a:tableStyleId>
              </a:tblPr>
              <a:tblGrid>
                <a:gridCol w="3840480"/>
                <a:gridCol w="7680960"/>
              </a:tblGrid>
              <a:tr h="457200">
                <a:tc>
                  <a:txBody>
                    <a:bodyPr/>
                    <a:lstStyle/>
                    <a:p>
                      <a:r>
                        <a:rPr sz="1600" b="1">
                          <a:solidFill>
                            <a:srgbClr val="FFFFFF"/>
                          </a:solidFill>
                        </a:rPr>
                        <a:t>Step</a:t>
                      </a:r>
                    </a:p>
                  </a:txBody>
                  <a:tcPr>
                    <a:solidFill>
                      <a:srgbClr val="FF5000"/>
                    </a:solidFill>
                  </a:tcPr>
                </a:tc>
                <a:tc>
                  <a:txBody>
                    <a:bodyPr/>
                    <a:lstStyle/>
                    <a:p>
                      <a:r>
                        <a:rPr sz="1600" b="1">
                          <a:solidFill>
                            <a:srgbClr val="FFFFFF"/>
                          </a:solidFill>
                        </a:rPr>
                        <a:t>What happens</a:t>
                      </a:r>
                    </a:p>
                  </a:txBody>
                  <a:tcPr>
                    <a:solidFill>
                      <a:srgbClr val="FF5000"/>
                    </a:solidFill>
                  </a:tcPr>
                </a:tc>
              </a:tr>
              <a:tr h="457200">
                <a:tc>
                  <a:txBody>
                    <a:bodyPr/>
                    <a:lstStyle/>
                    <a:p>
                      <a:r>
                        <a:rPr sz="1600">
                          <a:solidFill>
                            <a:srgbClr val="FFFFFF"/>
                          </a:solidFill>
                        </a:rPr>
                        <a:t>1. Sensor</a:t>
                      </a:r>
                    </a:p>
                  </a:txBody>
                  <a:tcPr>
                    <a:solidFill>
                      <a:srgbClr val="363E3C"/>
                    </a:solidFill>
                  </a:tcPr>
                </a:tc>
                <a:tc>
                  <a:txBody>
                    <a:bodyPr/>
                    <a:lstStyle/>
                    <a:p>
                      <a:r>
                        <a:rPr sz="1600">
                          <a:solidFill>
                            <a:srgbClr val="FFFFFF"/>
                          </a:solidFill>
                        </a:rPr>
                        <a:t>Gives a voltage or a digital value</a:t>
                      </a:r>
                    </a:p>
                  </a:txBody>
                  <a:tcPr>
                    <a:solidFill>
                      <a:srgbClr val="363E3C"/>
                    </a:solidFill>
                  </a:tcPr>
                </a:tc>
              </a:tr>
              <a:tr h="457200">
                <a:tc>
                  <a:txBody>
                    <a:bodyPr/>
                    <a:lstStyle/>
                    <a:p>
                      <a:r>
                        <a:rPr sz="1600">
                          <a:solidFill>
                            <a:srgbClr val="FFFFFF"/>
                          </a:solidFill>
                        </a:rPr>
                        <a:t>2. Arduino</a:t>
                      </a:r>
                    </a:p>
                  </a:txBody>
                  <a:tcPr>
                    <a:solidFill>
                      <a:srgbClr val="535659"/>
                    </a:solidFill>
                  </a:tcPr>
                </a:tc>
                <a:tc>
                  <a:txBody>
                    <a:bodyPr/>
                    <a:lstStyle/>
                    <a:p>
                      <a:r>
                        <a:rPr sz="1600">
                          <a:solidFill>
                            <a:srgbClr val="FFFFFF"/>
                          </a:solidFill>
                        </a:rPr>
                        <a:t>Reads the value and builds a message</a:t>
                      </a:r>
                    </a:p>
                  </a:txBody>
                  <a:tcPr>
                    <a:solidFill>
                      <a:srgbClr val="535659"/>
                    </a:solidFill>
                  </a:tcPr>
                </a:tc>
              </a:tr>
              <a:tr h="457200">
                <a:tc>
                  <a:txBody>
                    <a:bodyPr/>
                    <a:lstStyle/>
                    <a:p>
                      <a:r>
                        <a:rPr sz="1600">
                          <a:solidFill>
                            <a:srgbClr val="FFFFFF"/>
                          </a:solidFill>
                        </a:rPr>
                        <a:t>3. WiFi</a:t>
                      </a:r>
                    </a:p>
                  </a:txBody>
                  <a:tcPr>
                    <a:solidFill>
                      <a:srgbClr val="363E3C"/>
                    </a:solidFill>
                  </a:tcPr>
                </a:tc>
                <a:tc>
                  <a:txBody>
                    <a:bodyPr/>
                    <a:lstStyle/>
                    <a:p>
                      <a:r>
                        <a:rPr sz="1600">
                          <a:solidFill>
                            <a:srgbClr val="FFFFFF"/>
                          </a:solidFill>
                        </a:rPr>
                        <a:t>Message goes over the class network to the internet</a:t>
                      </a:r>
                    </a:p>
                  </a:txBody>
                  <a:tcPr>
                    <a:solidFill>
                      <a:srgbClr val="363E3C"/>
                    </a:solidFill>
                  </a:tcPr>
                </a:tc>
              </a:tr>
              <a:tr h="457200">
                <a:tc>
                  <a:txBody>
                    <a:bodyPr/>
                    <a:lstStyle/>
                    <a:p>
                      <a:r>
                        <a:rPr sz="1600">
                          <a:solidFill>
                            <a:srgbClr val="FFFFFF"/>
                          </a:solidFill>
                        </a:rPr>
                        <a:t>4. Broker (Shiftr)</a:t>
                      </a:r>
                    </a:p>
                  </a:txBody>
                  <a:tcPr>
                    <a:solidFill>
                      <a:srgbClr val="535659"/>
                    </a:solidFill>
                  </a:tcPr>
                </a:tc>
                <a:tc>
                  <a:txBody>
                    <a:bodyPr/>
                    <a:lstStyle/>
                    <a:p>
                      <a:r>
                        <a:rPr sz="1600">
                          <a:solidFill>
                            <a:srgbClr val="FFFFFF"/>
                          </a:solidFill>
                        </a:rPr>
                        <a:t>Receives the topic and the value</a:t>
                      </a:r>
                    </a:p>
                  </a:txBody>
                  <a:tcPr>
                    <a:solidFill>
                      <a:srgbClr val="535659"/>
                    </a:solidFill>
                  </a:tcPr>
                </a:tc>
              </a:tr>
              <a:tr h="457200">
                <a:tc>
                  <a:txBody>
                    <a:bodyPr/>
                    <a:lstStyle/>
                    <a:p>
                      <a:r>
                        <a:rPr sz="1600">
                          <a:solidFill>
                            <a:srgbClr val="FFFFFF"/>
                          </a:solidFill>
                        </a:rPr>
                        <a:t>5. Broker</a:t>
                      </a:r>
                    </a:p>
                  </a:txBody>
                  <a:tcPr>
                    <a:solidFill>
                      <a:srgbClr val="363E3C"/>
                    </a:solidFill>
                  </a:tcPr>
                </a:tc>
                <a:tc>
                  <a:txBody>
                    <a:bodyPr/>
                    <a:lstStyle/>
                    <a:p>
                      <a:r>
                        <a:rPr sz="1600">
                          <a:solidFill>
                            <a:srgbClr val="FFFFFF"/>
                          </a:solidFill>
                        </a:rPr>
                        <a:t>Forwards it to everyone subscribed to that topic</a:t>
                      </a:r>
                    </a:p>
                  </a:txBody>
                  <a:tcPr>
                    <a:solidFill>
                      <a:srgbClr val="363E3C"/>
                    </a:solidFill>
                  </a:tcPr>
                </a:tc>
              </a:tr>
              <a:tr h="457200">
                <a:tc>
                  <a:txBody>
                    <a:bodyPr/>
                    <a:lstStyle/>
                    <a:p>
                      <a:r>
                        <a:rPr sz="1600">
                          <a:solidFill>
                            <a:srgbClr val="FFFFFF"/>
                          </a:solidFill>
                        </a:rPr>
                        <a:t>6. Dashboard or other board</a:t>
                      </a:r>
                    </a:p>
                  </a:txBody>
                  <a:tcPr>
                    <a:solidFill>
                      <a:srgbClr val="535659"/>
                    </a:solidFill>
                  </a:tcPr>
                </a:tc>
                <a:tc>
                  <a:txBody>
                    <a:bodyPr/>
                    <a:lstStyle/>
                    <a:p>
                      <a:r>
                        <a:rPr sz="1600">
                          <a:solidFill>
                            <a:srgbClr val="FFFFFF"/>
                          </a:solidFill>
                        </a:rPr>
                        <a:t>Shows or uses the value</a:t>
                      </a:r>
                    </a:p>
                  </a:txBody>
                  <a:tcPr>
                    <a:solidFill>
                      <a:srgbClr val="53565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Topics in this exercise</a:t>
            </a:r>
          </a:p>
        </p:txBody>
      </p:sp>
      <p:graphicFrame>
        <p:nvGraphicFramePr>
          <p:cNvPr id="3" name="Table"/>
          <p:cNvGraphicFramePr>
            <a:graphicFrameLocks noGrp="1"/>
          </p:cNvGraphicFramePr>
          <p:nvPr/>
        </p:nvGraphicFramePr>
        <p:xfrm>
          <a:off x="338328" y="1463040"/>
          <a:ext cx="11521440" cy="3200400"/>
        </p:xfrm>
        <a:graphic>
          <a:graphicData uri="http://schemas.openxmlformats.org/drawingml/2006/table">
            <a:tbl>
              <a:tblPr firstRow="1" bandRow="1">
                <a:tableStyleId>{5C22544A-7EE6-4342-B048-85BDC9FD1C3A}</a:tableStyleId>
              </a:tblPr>
              <a:tblGrid>
                <a:gridCol w="5120640"/>
                <a:gridCol w="6400800"/>
              </a:tblGrid>
              <a:tr h="457200">
                <a:tc>
                  <a:txBody>
                    <a:bodyPr/>
                    <a:lstStyle/>
                    <a:p>
                      <a:r>
                        <a:rPr sz="1600" b="1">
                          <a:solidFill>
                            <a:srgbClr val="FFFFFF"/>
                          </a:solidFill>
                        </a:rPr>
                        <a:t>Topic (NAME = your board name)</a:t>
                      </a:r>
                    </a:p>
                  </a:txBody>
                  <a:tcPr>
                    <a:solidFill>
                      <a:srgbClr val="FF5000"/>
                    </a:solidFill>
                  </a:tcPr>
                </a:tc>
                <a:tc>
                  <a:txBody>
                    <a:bodyPr/>
                    <a:lstStyle/>
                    <a:p>
                      <a:r>
                        <a:rPr sz="1600" b="1">
                          <a:solidFill>
                            <a:srgbClr val="FFFFFF"/>
                          </a:solidFill>
                        </a:rPr>
                        <a:t>Meaning</a:t>
                      </a:r>
                    </a:p>
                  </a:txBody>
                  <a:tcPr>
                    <a:solidFill>
                      <a:srgbClr val="FF5000"/>
                    </a:solidFill>
                  </a:tcPr>
                </a:tc>
              </a:tr>
              <a:tr h="457200">
                <a:tc>
                  <a:txBody>
                    <a:bodyPr/>
                    <a:lstStyle/>
                    <a:p>
                      <a:r>
                        <a:rPr sz="1600">
                          <a:solidFill>
                            <a:srgbClr val="FFFFFF"/>
                          </a:solidFill>
                        </a:rPr>
                        <a:t>class/NAME/light</a:t>
                      </a:r>
                    </a:p>
                  </a:txBody>
                  <a:tcPr>
                    <a:solidFill>
                      <a:srgbClr val="363E3C"/>
                    </a:solidFill>
                  </a:tcPr>
                </a:tc>
                <a:tc>
                  <a:txBody>
                    <a:bodyPr/>
                    <a:lstStyle/>
                    <a:p>
                      <a:r>
                        <a:rPr sz="1600">
                          <a:solidFill>
                            <a:srgbClr val="FFFFFF"/>
                          </a:solidFill>
                        </a:rPr>
                        <a:t>Light level, 0-1023</a:t>
                      </a:r>
                    </a:p>
                  </a:txBody>
                  <a:tcPr>
                    <a:solidFill>
                      <a:srgbClr val="363E3C"/>
                    </a:solidFill>
                  </a:tcPr>
                </a:tc>
              </a:tr>
              <a:tr h="457200">
                <a:tc>
                  <a:txBody>
                    <a:bodyPr/>
                    <a:lstStyle/>
                    <a:p>
                      <a:r>
                        <a:rPr sz="1600">
                          <a:solidFill>
                            <a:srgbClr val="FFFFFF"/>
                          </a:solidFill>
                        </a:rPr>
                        <a:t>class/NAME/accel/x, y, z</a:t>
                      </a:r>
                    </a:p>
                  </a:txBody>
                  <a:tcPr>
                    <a:solidFill>
                      <a:srgbClr val="535659"/>
                    </a:solidFill>
                  </a:tcPr>
                </a:tc>
                <a:tc>
                  <a:txBody>
                    <a:bodyPr/>
                    <a:lstStyle/>
                    <a:p>
                      <a:r>
                        <a:rPr sz="1600">
                          <a:solidFill>
                            <a:srgbClr val="FFFFFF"/>
                          </a:solidFill>
                        </a:rPr>
                        <a:t>Acceleration in g</a:t>
                      </a:r>
                    </a:p>
                  </a:txBody>
                  <a:tcPr>
                    <a:solidFill>
                      <a:srgbClr val="535659"/>
                    </a:solidFill>
                  </a:tcPr>
                </a:tc>
              </a:tr>
              <a:tr h="457200">
                <a:tc>
                  <a:txBody>
                    <a:bodyPr/>
                    <a:lstStyle/>
                    <a:p>
                      <a:r>
                        <a:rPr sz="1600">
                          <a:solidFill>
                            <a:srgbClr val="FFFFFF"/>
                          </a:solidFill>
                        </a:rPr>
                        <a:t>class/NAME/distance</a:t>
                      </a:r>
                    </a:p>
                  </a:txBody>
                  <a:tcPr>
                    <a:solidFill>
                      <a:srgbClr val="363E3C"/>
                    </a:solidFill>
                  </a:tcPr>
                </a:tc>
                <a:tc>
                  <a:txBody>
                    <a:bodyPr/>
                    <a:lstStyle/>
                    <a:p>
                      <a:r>
                        <a:rPr sz="1600">
                          <a:solidFill>
                            <a:srgbClr val="FFFFFF"/>
                          </a:solidFill>
                        </a:rPr>
                        <a:t>Distance in cm</a:t>
                      </a:r>
                    </a:p>
                  </a:txBody>
                  <a:tcPr>
                    <a:solidFill>
                      <a:srgbClr val="363E3C"/>
                    </a:solidFill>
                  </a:tcPr>
                </a:tc>
              </a:tr>
              <a:tr h="457200">
                <a:tc>
                  <a:txBody>
                    <a:bodyPr/>
                    <a:lstStyle/>
                    <a:p>
                      <a:r>
                        <a:rPr sz="1600">
                          <a:solidFill>
                            <a:srgbClr val="FFFFFF"/>
                          </a:solidFill>
                        </a:rPr>
                        <a:t>class/NAME/ir/sent and ir/rx</a:t>
                      </a:r>
                    </a:p>
                  </a:txBody>
                  <a:tcPr>
                    <a:solidFill>
                      <a:srgbClr val="535659"/>
                    </a:solidFill>
                  </a:tcPr>
                </a:tc>
                <a:tc>
                  <a:txBody>
                    <a:bodyPr/>
                    <a:lstStyle/>
                    <a:p>
                      <a:r>
                        <a:rPr sz="1600">
                          <a:solidFill>
                            <a:srgbClr val="FFFFFF"/>
                          </a:solidFill>
                        </a:rPr>
                        <a:t>Infrared message sent or received</a:t>
                      </a:r>
                    </a:p>
                  </a:txBody>
                  <a:tcPr>
                    <a:solidFill>
                      <a:srgbClr val="535659"/>
                    </a:solidFill>
                  </a:tcPr>
                </a:tc>
              </a:tr>
              <a:tr h="457200">
                <a:tc>
                  <a:txBody>
                    <a:bodyPr/>
                    <a:lstStyle/>
                    <a:p>
                      <a:r>
                        <a:rPr sz="1600">
                          <a:solidFill>
                            <a:srgbClr val="FFFFFF"/>
                          </a:solidFill>
                        </a:rPr>
                        <a:t>class/all</a:t>
                      </a:r>
                    </a:p>
                  </a:txBody>
                  <a:tcPr>
                    <a:solidFill>
                      <a:srgbClr val="363E3C"/>
                    </a:solidFill>
                  </a:tcPr>
                </a:tc>
                <a:tc>
                  <a:txBody>
                    <a:bodyPr/>
                    <a:lstStyle/>
                    <a:p>
                      <a:r>
                        <a:rPr sz="1600">
                          <a:solidFill>
                            <a:srgbClr val="FFFFFF"/>
                          </a:solidFill>
                        </a:rPr>
                        <a:t>Broadcast to every board</a:t>
                      </a:r>
                    </a:p>
                  </a:txBody>
                  <a:tcPr>
                    <a:solidFill>
                      <a:srgbClr val="363E3C"/>
                    </a:solidFill>
                  </a:tcPr>
                </a:tc>
              </a:tr>
              <a:tr h="457200">
                <a:tc>
                  <a:txBody>
                    <a:bodyPr/>
                    <a:lstStyle/>
                    <a:p>
                      <a:r>
                        <a:rPr sz="1600">
                          <a:solidFill>
                            <a:srgbClr val="FFFFFF"/>
                          </a:solidFill>
                        </a:rPr>
                        <a:t>+ and #</a:t>
                      </a:r>
                    </a:p>
                  </a:txBody>
                  <a:tcPr>
                    <a:solidFill>
                      <a:srgbClr val="535659"/>
                    </a:solidFill>
                  </a:tcPr>
                </a:tc>
                <a:tc>
                  <a:txBody>
                    <a:bodyPr/>
                    <a:lstStyle/>
                    <a:p>
                      <a:r>
                        <a:rPr sz="1600">
                          <a:solidFill>
                            <a:srgbClr val="FFFFFF"/>
                          </a:solidFill>
                        </a:rPr>
                        <a:t>Wildcards: + one level, # everything below</a:t>
                      </a:r>
                    </a:p>
                  </a:txBody>
                  <a:tcPr>
                    <a:solidFill>
                      <a:srgbClr val="53565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dashboard shows</a:t>
            </a:r>
          </a:p>
        </p:txBody>
      </p:sp>
      <p:sp>
        <p:nvSpPr>
          <p:cNvPr id="3" name="Content Placeholder 2"/>
          <p:cNvSpPr>
            <a:spLocks noGrp="1"/>
          </p:cNvSpPr>
          <p:nvPr>
            <p:ph idx="1"/>
          </p:nvPr>
        </p:nvSpPr>
        <p:spPr/>
        <p:txBody>
          <a:bodyPr/>
          <a:lstStyle/>
          <a:p>
            <a:pPr/>
            <a:r>
              <a:t>Shiftr: live map of who is connected and who talks to whom</a:t>
            </a:r>
          </a:p>
          <a:p>
            <a:pPr/>
            <a:r>
              <a:t>Our dashboard subscribes to everything (#)</a:t>
            </a:r>
          </a:p>
          <a:p>
            <a:pPr/>
            <a:r>
              <a:t>One tile per topic: latest value, age and a graph</a:t>
            </a:r>
          </a:p>
          <a:p>
            <a:pPr/>
            <a:r>
              <a:t>Amber tile: no new value for 15 minutes</a:t>
            </a:r>
          </a:p>
          <a:p>
            <a:pPr/>
            <a:r>
              <a:t>Choose a time range or download the data as CSV</a:t>
            </a:r>
          </a:p>
          <a:p>
            <a:pPr/>
            <a:r>
              <a:t>A logger can store the history in a database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Relation to UGVs and UAVs</a:t>
            </a:r>
          </a:p>
        </p:txBody>
      </p:sp>
      <p:sp>
        <p:nvSpPr>
          <p:cNvPr id="3" name="Text Placeholder 2"/>
          <p:cNvSpPr>
            <a:spLocks noGrp="1"/>
          </p:cNvSpPr>
          <p:nvPr>
            <p:ph type="body" idx="1"/>
          </p:nvPr>
        </p:nvSpPr>
        <p:spPr/>
        <p:txBody>
          <a:bodyPr/>
          <a:lstStyle/>
          <a:p>
            <a:r>
              <a:t>Why a classroom Arduino looks like a real vehicle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On the vehicle</a:t>
            </a:r>
          </a:p>
        </p:txBody>
      </p:sp>
      <p:sp>
        <p:nvSpPr>
          <p:cNvPr id="3" name="Text Placeholder 2"/>
          <p:cNvSpPr>
            <a:spLocks noGrp="1"/>
          </p:cNvSpPr>
          <p:nvPr>
            <p:ph type="body" idx="3" sz="quarter"/>
          </p:nvPr>
        </p:nvSpPr>
        <p:spPr/>
        <p:txBody>
          <a:bodyPr/>
          <a:lstStyle/>
          <a:p>
            <a:r>
              <a:t>At the operator and beyond</a:t>
            </a:r>
          </a:p>
        </p:txBody>
      </p:sp>
      <p:sp>
        <p:nvSpPr>
          <p:cNvPr id="4" name="Title 3"/>
          <p:cNvSpPr>
            <a:spLocks noGrp="1"/>
          </p:cNvSpPr>
          <p:nvPr>
            <p:ph type="title"/>
          </p:nvPr>
        </p:nvSpPr>
        <p:spPr/>
        <p:txBody>
          <a:bodyPr/>
          <a:lstStyle/>
          <a:p>
            <a:r>
              <a:t>A UxV system in two parts</a:t>
            </a:r>
          </a:p>
        </p:txBody>
      </p:sp>
      <p:sp>
        <p:nvSpPr>
          <p:cNvPr id="5" name="Content Placeholder 4"/>
          <p:cNvSpPr>
            <a:spLocks noGrp="1"/>
          </p:cNvSpPr>
          <p:nvPr>
            <p:ph idx="13"/>
          </p:nvPr>
        </p:nvSpPr>
        <p:spPr/>
        <p:txBody>
          <a:bodyPr/>
          <a:lstStyle/>
          <a:p>
            <a:pPr/>
            <a:r>
              <a:t>Sensors: IMU, rangefinder, cameras</a:t>
            </a:r>
          </a:p>
          <a:p>
            <a:pPr/>
            <a:r>
              <a:t>Onboard computer collects and processes data</a:t>
            </a:r>
          </a:p>
          <a:p>
            <a:pPr/>
            <a:r>
              <a:t>Datalink sends it: radio, LTE, satellite</a:t>
            </a:r>
          </a:p>
        </p:txBody>
      </p:sp>
      <p:sp>
        <p:nvSpPr>
          <p:cNvPr id="6" name="Content Placeholder 5"/>
          <p:cNvSpPr>
            <a:spLocks noGrp="1"/>
          </p:cNvSpPr>
          <p:nvPr>
            <p:ph idx="14"/>
          </p:nvPr>
        </p:nvSpPr>
        <p:spPr/>
        <p:txBody>
          <a:bodyPr/>
          <a:lstStyle/>
          <a:p>
            <a:pPr/>
            <a:r>
              <a:t>Ground control station shows live status</a:t>
            </a:r>
          </a:p>
          <a:p>
            <a:pPr/>
            <a:r>
              <a:t>Data is stored, analysed and shared</a:t>
            </a:r>
          </a:p>
          <a:p>
            <a:pPr/>
            <a:r>
              <a:t>Other systems and teams use the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Arduino as a mini UxV</a:t>
            </a:r>
          </a:p>
        </p:txBody>
      </p:sp>
      <p:graphicFrame>
        <p:nvGraphicFramePr>
          <p:cNvPr id="3" name="Table"/>
          <p:cNvGraphicFramePr>
            <a:graphicFrameLocks noGrp="1"/>
          </p:cNvGraphicFramePr>
          <p:nvPr/>
        </p:nvGraphicFramePr>
        <p:xfrm>
          <a:off x="338328" y="1463040"/>
          <a:ext cx="11521440" cy="3200400"/>
        </p:xfrm>
        <a:graphic>
          <a:graphicData uri="http://schemas.openxmlformats.org/drawingml/2006/table">
            <a:tbl>
              <a:tblPr firstRow="1" bandRow="1">
                <a:tableStyleId>{5C22544A-7EE6-4342-B048-85BDC9FD1C3A}</a:tableStyleId>
              </a:tblPr>
              <a:tblGrid>
                <a:gridCol w="5760720"/>
                <a:gridCol w="5760720"/>
              </a:tblGrid>
              <a:tr h="457200">
                <a:tc>
                  <a:txBody>
                    <a:bodyPr/>
                    <a:lstStyle/>
                    <a:p>
                      <a:r>
                        <a:rPr sz="1600" b="1">
                          <a:solidFill>
                            <a:srgbClr val="FFFFFF"/>
                          </a:solidFill>
                        </a:rPr>
                        <a:t>Real UxV</a:t>
                      </a:r>
                    </a:p>
                  </a:txBody>
                  <a:tcPr>
                    <a:solidFill>
                      <a:srgbClr val="FF5000"/>
                    </a:solidFill>
                  </a:tcPr>
                </a:tc>
                <a:tc>
                  <a:txBody>
                    <a:bodyPr/>
                    <a:lstStyle/>
                    <a:p>
                      <a:r>
                        <a:rPr sz="1600" b="1">
                          <a:solidFill>
                            <a:srgbClr val="FFFFFF"/>
                          </a:solidFill>
                        </a:rPr>
                        <a:t>This exercise</a:t>
                      </a:r>
                    </a:p>
                  </a:txBody>
                  <a:tcPr>
                    <a:solidFill>
                      <a:srgbClr val="FF5000"/>
                    </a:solidFill>
                  </a:tcPr>
                </a:tc>
              </a:tr>
              <a:tr h="457200">
                <a:tc>
                  <a:txBody>
                    <a:bodyPr/>
                    <a:lstStyle/>
                    <a:p>
                      <a:r>
                        <a:rPr sz="1600">
                          <a:solidFill>
                            <a:srgbClr val="FFFFFF"/>
                          </a:solidFill>
                        </a:rPr>
                        <a:t>Onboard computer / flight controller</a:t>
                      </a:r>
                    </a:p>
                  </a:txBody>
                  <a:tcPr>
                    <a:solidFill>
                      <a:srgbClr val="363E3C"/>
                    </a:solidFill>
                  </a:tcPr>
                </a:tc>
                <a:tc>
                  <a:txBody>
                    <a:bodyPr/>
                    <a:lstStyle/>
                    <a:p>
                      <a:r>
                        <a:rPr sz="1600">
                          <a:solidFill>
                            <a:srgbClr val="FFFFFF"/>
                          </a:solidFill>
                        </a:rPr>
                        <a:t>Arduino UNO R4 WiFi</a:t>
                      </a:r>
                    </a:p>
                  </a:txBody>
                  <a:tcPr>
                    <a:solidFill>
                      <a:srgbClr val="363E3C"/>
                    </a:solidFill>
                  </a:tcPr>
                </a:tc>
              </a:tr>
              <a:tr h="457200">
                <a:tc>
                  <a:txBody>
                    <a:bodyPr/>
                    <a:lstStyle/>
                    <a:p>
                      <a:r>
                        <a:rPr sz="1600">
                          <a:solidFill>
                            <a:srgbClr val="FFFFFF"/>
                          </a:solidFill>
                        </a:rPr>
                        <a:t>IMU, rangefinder, optical sensors</a:t>
                      </a:r>
                    </a:p>
                  </a:txBody>
                  <a:tcPr>
                    <a:solidFill>
                      <a:srgbClr val="535659"/>
                    </a:solidFill>
                  </a:tcPr>
                </a:tc>
                <a:tc>
                  <a:txBody>
                    <a:bodyPr/>
                    <a:lstStyle/>
                    <a:p>
                      <a:r>
                        <a:rPr sz="1600">
                          <a:solidFill>
                            <a:srgbClr val="FFFFFF"/>
                          </a:solidFill>
                        </a:rPr>
                        <a:t>Accelerometer, ultrasonic, light sensor</a:t>
                      </a:r>
                    </a:p>
                  </a:txBody>
                  <a:tcPr>
                    <a:solidFill>
                      <a:srgbClr val="535659"/>
                    </a:solidFill>
                  </a:tcPr>
                </a:tc>
              </a:tr>
              <a:tr h="457200">
                <a:tc>
                  <a:txBody>
                    <a:bodyPr/>
                    <a:lstStyle/>
                    <a:p>
                      <a:r>
                        <a:rPr sz="1600">
                          <a:solidFill>
                            <a:srgbClr val="FFFFFF"/>
                          </a:solidFill>
                        </a:rPr>
                        <a:t>Datalink (radio, LTE, satellite)</a:t>
                      </a:r>
                    </a:p>
                  </a:txBody>
                  <a:tcPr>
                    <a:solidFill>
                      <a:srgbClr val="363E3C"/>
                    </a:solidFill>
                  </a:tcPr>
                </a:tc>
                <a:tc>
                  <a:txBody>
                    <a:bodyPr/>
                    <a:lstStyle/>
                    <a:p>
                      <a:r>
                        <a:rPr sz="1600">
                          <a:solidFill>
                            <a:srgbClr val="FFFFFF"/>
                          </a:solidFill>
                        </a:rPr>
                        <a:t>WiFi and the internet</a:t>
                      </a:r>
                    </a:p>
                  </a:txBody>
                  <a:tcPr>
                    <a:solidFill>
                      <a:srgbClr val="363E3C"/>
                    </a:solidFill>
                  </a:tcPr>
                </a:tc>
              </a:tr>
              <a:tr h="457200">
                <a:tc>
                  <a:txBody>
                    <a:bodyPr/>
                    <a:lstStyle/>
                    <a:p>
                      <a:r>
                        <a:rPr sz="1600">
                          <a:solidFill>
                            <a:srgbClr val="FFFFFF"/>
                          </a:solidFill>
                        </a:rPr>
                        <a:t>Telemetry protocol (e.g. MAVLink)</a:t>
                      </a:r>
                    </a:p>
                  </a:txBody>
                  <a:tcPr>
                    <a:solidFill>
                      <a:srgbClr val="535659"/>
                    </a:solidFill>
                  </a:tcPr>
                </a:tc>
                <a:tc>
                  <a:txBody>
                    <a:bodyPr/>
                    <a:lstStyle/>
                    <a:p>
                      <a:r>
                        <a:rPr sz="1600">
                          <a:solidFill>
                            <a:srgbClr val="FFFFFF"/>
                          </a:solidFill>
                        </a:rPr>
                        <a:t>MQTT</a:t>
                      </a:r>
                    </a:p>
                  </a:txBody>
                  <a:tcPr>
                    <a:solidFill>
                      <a:srgbClr val="535659"/>
                    </a:solidFill>
                  </a:tcPr>
                </a:tc>
              </a:tr>
              <a:tr h="457200">
                <a:tc>
                  <a:txBody>
                    <a:bodyPr/>
                    <a:lstStyle/>
                    <a:p>
                      <a:r>
                        <a:rPr sz="1600">
                          <a:solidFill>
                            <a:srgbClr val="FFFFFF"/>
                          </a:solidFill>
                        </a:rPr>
                        <a:t>Ground control station</a:t>
                      </a:r>
                    </a:p>
                  </a:txBody>
                  <a:tcPr>
                    <a:solidFill>
                      <a:srgbClr val="363E3C"/>
                    </a:solidFill>
                  </a:tcPr>
                </a:tc>
                <a:tc>
                  <a:txBody>
                    <a:bodyPr/>
                    <a:lstStyle/>
                    <a:p>
                      <a:r>
                        <a:rPr sz="1600">
                          <a:solidFill>
                            <a:srgbClr val="FFFFFF"/>
                          </a:solidFill>
                        </a:rPr>
                        <a:t>Shiftr and the dashboard</a:t>
                      </a:r>
                    </a:p>
                  </a:txBody>
                  <a:tcPr>
                    <a:solidFill>
                      <a:srgbClr val="363E3C"/>
                    </a:solidFill>
                  </a:tcPr>
                </a:tc>
              </a:tr>
              <a:tr h="457200">
                <a:tc>
                  <a:txBody>
                    <a:bodyPr/>
                    <a:lstStyle/>
                    <a:p>
                      <a:r>
                        <a:rPr sz="1600">
                          <a:solidFill>
                            <a:srgbClr val="FFFFFF"/>
                          </a:solidFill>
                        </a:rPr>
                        <a:t>Other vehicles and units</a:t>
                      </a:r>
                    </a:p>
                  </a:txBody>
                  <a:tcPr>
                    <a:solidFill>
                      <a:srgbClr val="535659"/>
                    </a:solidFill>
                  </a:tcPr>
                </a:tc>
                <a:tc>
                  <a:txBody>
                    <a:bodyPr/>
                    <a:lstStyle/>
                    <a:p>
                      <a:r>
                        <a:rPr sz="1600">
                          <a:solidFill>
                            <a:srgbClr val="FFFFFF"/>
                          </a:solidFill>
                        </a:rPr>
                        <a:t>Other groups' boards</a:t>
                      </a:r>
                    </a:p>
                  </a:txBody>
                  <a:tcPr>
                    <a:solidFill>
                      <a:srgbClr val="535659"/>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Lessons for real UxV systems</a:t>
            </a:r>
          </a:p>
        </p:txBody>
      </p:sp>
      <p:sp>
        <p:nvSpPr>
          <p:cNvPr id="3" name="Content Placeholder 2"/>
          <p:cNvSpPr>
            <a:spLocks noGrp="1"/>
          </p:cNvSpPr>
          <p:nvPr>
            <p:ph idx="1"/>
          </p:nvPr>
        </p:nvSpPr>
        <p:spPr/>
        <p:txBody>
          <a:bodyPr/>
          <a:lstStyle/>
          <a:p>
            <a:pPr/>
            <a:r>
              <a:t>Data is only useful when it reaches someone</a:t>
            </a:r>
          </a:p>
          <a:p>
            <a:pPr/>
            <a:r>
              <a:t>Links drop: systems must reconnect and recover</a:t>
            </a:r>
          </a:p>
          <a:p>
            <a:pPr/>
            <a:r>
              <a:t>More sensors and faster rates need more bandwidth</a:t>
            </a:r>
          </a:p>
          <a:p>
            <a:pPr/>
            <a:r>
              <a:t>Open links can be read: real systems encrypt and authenticate</a:t>
            </a:r>
          </a:p>
          <a:p>
            <a:pPr/>
            <a:r>
              <a:t>Shared data builds a common picture across units</a:t>
            </a:r>
          </a:p>
          <a:p>
            <a:pPr/>
            <a:r>
              <a:t>Our class link is not encrypted: do not copy that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The exercise</a:t>
            </a:r>
          </a:p>
        </p:txBody>
      </p:sp>
      <p:sp>
        <p:nvSpPr>
          <p:cNvPr id="3" name="Text Placeholder 2"/>
          <p:cNvSpPr>
            <a:spLocks noGrp="1"/>
          </p:cNvSpPr>
          <p:nvPr>
            <p:ph type="body" idx="1"/>
          </p:nvPr>
        </p:nvSpPr>
        <p:spPr/>
        <p:txBody>
          <a:bodyPr/>
          <a:lstStyle/>
          <a:p>
            <a:r>
              <a:t>Build, connect, share and explore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steps</a:t>
            </a:r>
          </a:p>
        </p:txBody>
      </p:sp>
      <p:graphicFrame>
        <p:nvGraphicFramePr>
          <p:cNvPr id="3" name="Table"/>
          <p:cNvGraphicFramePr>
            <a:graphicFrameLocks noGrp="1"/>
          </p:cNvGraphicFramePr>
          <p:nvPr/>
        </p:nvGraphicFramePr>
        <p:xfrm>
          <a:off x="338328" y="1463040"/>
          <a:ext cx="11521440" cy="3200400"/>
        </p:xfrm>
        <a:graphic>
          <a:graphicData uri="http://schemas.openxmlformats.org/drawingml/2006/table">
            <a:tbl>
              <a:tblPr firstRow="1" bandRow="1">
                <a:tableStyleId>{5C22544A-7EE6-4342-B048-85BDC9FD1C3A}</a:tableStyleId>
              </a:tblPr>
              <a:tblGrid>
                <a:gridCol w="2377440"/>
                <a:gridCol w="5120640"/>
                <a:gridCol w="4023360"/>
              </a:tblGrid>
              <a:tr h="457200">
                <a:tc>
                  <a:txBody>
                    <a:bodyPr/>
                    <a:lstStyle/>
                    <a:p>
                      <a:r>
                        <a:rPr sz="1400" b="1">
                          <a:solidFill>
                            <a:srgbClr val="FFFFFF"/>
                          </a:solidFill>
                        </a:rPr>
                        <a:t>Step</a:t>
                      </a:r>
                    </a:p>
                  </a:txBody>
                  <a:tcPr>
                    <a:solidFill>
                      <a:srgbClr val="FF5000"/>
                    </a:solidFill>
                  </a:tcPr>
                </a:tc>
                <a:tc>
                  <a:txBody>
                    <a:bodyPr/>
                    <a:lstStyle/>
                    <a:p>
                      <a:r>
                        <a:rPr sz="1400" b="1">
                          <a:solidFill>
                            <a:srgbClr val="FFFFFF"/>
                          </a:solidFill>
                        </a:rPr>
                        <a:t>What you do</a:t>
                      </a:r>
                    </a:p>
                  </a:txBody>
                  <a:tcPr>
                    <a:solidFill>
                      <a:srgbClr val="FF5000"/>
                    </a:solidFill>
                  </a:tcPr>
                </a:tc>
                <a:tc>
                  <a:txBody>
                    <a:bodyPr/>
                    <a:lstStyle/>
                    <a:p>
                      <a:r>
                        <a:rPr sz="1400" b="1">
                          <a:solidFill>
                            <a:srgbClr val="FFFFFF"/>
                          </a:solidFill>
                        </a:rPr>
                        <a:t>You are done when</a:t>
                      </a:r>
                    </a:p>
                  </a:txBody>
                  <a:tcPr>
                    <a:solidFill>
                      <a:srgbClr val="FF5000"/>
                    </a:solidFill>
                  </a:tcPr>
                </a:tc>
              </a:tr>
              <a:tr h="457200">
                <a:tc>
                  <a:txBody>
                    <a:bodyPr/>
                    <a:lstStyle/>
                    <a:p>
                      <a:r>
                        <a:rPr sz="1400">
                          <a:solidFill>
                            <a:srgbClr val="FFFFFF"/>
                          </a:solidFill>
                        </a:rPr>
                        <a:t>1. Test board</a:t>
                      </a:r>
                    </a:p>
                  </a:txBody>
                  <a:tcPr>
                    <a:solidFill>
                      <a:srgbClr val="363E3C"/>
                    </a:solidFill>
                  </a:tcPr>
                </a:tc>
                <a:tc>
                  <a:txBody>
                    <a:bodyPr/>
                    <a:lstStyle/>
                    <a:p>
                      <a:r>
                        <a:rPr sz="1400">
                          <a:solidFill>
                            <a:srgbClr val="FFFFFF"/>
                          </a:solidFill>
                        </a:rPr>
                        <a:t>Install the IDE, upload the light sensor sketch</a:t>
                      </a:r>
                    </a:p>
                  </a:txBody>
                  <a:tcPr>
                    <a:solidFill>
                      <a:srgbClr val="363E3C"/>
                    </a:solidFill>
                  </a:tcPr>
                </a:tc>
                <a:tc>
                  <a:txBody>
                    <a:bodyPr/>
                    <a:lstStyle/>
                    <a:p>
                      <a:r>
                        <a:rPr sz="1400">
                          <a:solidFill>
                            <a:srgbClr val="FFFFFF"/>
                          </a:solidFill>
                        </a:rPr>
                        <a:t>Your name appears in Shiftr</a:t>
                      </a:r>
                    </a:p>
                  </a:txBody>
                  <a:tcPr>
                    <a:solidFill>
                      <a:srgbClr val="363E3C"/>
                    </a:solidFill>
                  </a:tcPr>
                </a:tc>
              </a:tr>
              <a:tr h="457200">
                <a:tc>
                  <a:txBody>
                    <a:bodyPr/>
                    <a:lstStyle/>
                    <a:p>
                      <a:r>
                        <a:rPr sz="1400">
                          <a:solidFill>
                            <a:srgbClr val="FFFFFF"/>
                          </a:solidFill>
                        </a:rPr>
                        <a:t>2. Modify code</a:t>
                      </a:r>
                    </a:p>
                  </a:txBody>
                  <a:tcPr>
                    <a:solidFill>
                      <a:srgbClr val="535659"/>
                    </a:solidFill>
                  </a:tcPr>
                </a:tc>
                <a:tc>
                  <a:txBody>
                    <a:bodyPr/>
                    <a:lstStyle/>
                    <a:p>
                      <a:r>
                        <a:rPr sz="1400">
                          <a:solidFill>
                            <a:srgbClr val="FFFFFF"/>
                          </a:solidFill>
                        </a:rPr>
                        <a:t>Set WiFi, token and name (or write your own sketch)</a:t>
                      </a:r>
                    </a:p>
                  </a:txBody>
                  <a:tcPr>
                    <a:solidFill>
                      <a:srgbClr val="535659"/>
                    </a:solidFill>
                  </a:tcPr>
                </a:tc>
                <a:tc>
                  <a:txBody>
                    <a:bodyPr/>
                    <a:lstStyle/>
                    <a:p>
                      <a:r>
                        <a:rPr sz="1400">
                          <a:solidFill>
                            <a:srgbClr val="FFFFFF"/>
                          </a:solidFill>
                        </a:rPr>
                        <a:t>Serial Monitor shows MQTT connected</a:t>
                      </a:r>
                    </a:p>
                  </a:txBody>
                  <a:tcPr>
                    <a:solidFill>
                      <a:srgbClr val="535659"/>
                    </a:solidFill>
                  </a:tcPr>
                </a:tc>
              </a:tr>
              <a:tr h="457200">
                <a:tc>
                  <a:txBody>
                    <a:bodyPr/>
                    <a:lstStyle/>
                    <a:p>
                      <a:r>
                        <a:rPr sz="1400">
                          <a:solidFill>
                            <a:srgbClr val="FFFFFF"/>
                          </a:solidFill>
                        </a:rPr>
                        <a:t>3. Wire sensor</a:t>
                      </a:r>
                    </a:p>
                  </a:txBody>
                  <a:tcPr>
                    <a:solidFill>
                      <a:srgbClr val="363E3C"/>
                    </a:solidFill>
                  </a:tcPr>
                </a:tc>
                <a:tc>
                  <a:txBody>
                    <a:bodyPr/>
                    <a:lstStyle/>
                    <a:p>
                      <a:r>
                        <a:rPr sz="1400">
                          <a:solidFill>
                            <a:srgbClr val="FFFFFF"/>
                          </a:solidFill>
                        </a:rPr>
                        <a:t>Connect it with jumper wires to the right pins</a:t>
                      </a:r>
                    </a:p>
                  </a:txBody>
                  <a:tcPr>
                    <a:solidFill>
                      <a:srgbClr val="363E3C"/>
                    </a:solidFill>
                  </a:tcPr>
                </a:tc>
                <a:tc>
                  <a:txBody>
                    <a:bodyPr/>
                    <a:lstStyle/>
                    <a:p>
                      <a:r>
                        <a:rPr sz="1400">
                          <a:solidFill>
                            <a:srgbClr val="FFFFFF"/>
                          </a:solidFill>
                        </a:rPr>
                        <a:t>Serial Monitor shows sensible values</a:t>
                      </a:r>
                    </a:p>
                  </a:txBody>
                  <a:tcPr>
                    <a:solidFill>
                      <a:srgbClr val="363E3C"/>
                    </a:solidFill>
                  </a:tcPr>
                </a:tc>
              </a:tr>
              <a:tr h="457200">
                <a:tc>
                  <a:txBody>
                    <a:bodyPr/>
                    <a:lstStyle/>
                    <a:p>
                      <a:r>
                        <a:rPr sz="1400">
                          <a:solidFill>
                            <a:srgbClr val="FFFFFF"/>
                          </a:solidFill>
                        </a:rPr>
                        <a:t>4. Send data</a:t>
                      </a:r>
                    </a:p>
                  </a:txBody>
                  <a:tcPr>
                    <a:solidFill>
                      <a:srgbClr val="535659"/>
                    </a:solidFill>
                  </a:tcPr>
                </a:tc>
                <a:tc>
                  <a:txBody>
                    <a:bodyPr/>
                    <a:lstStyle/>
                    <a:p>
                      <a:r>
                        <a:rPr sz="1400">
                          <a:solidFill>
                            <a:srgbClr val="FFFFFF"/>
                          </a:solidFill>
                        </a:rPr>
                        <a:t>Publish with MQTT</a:t>
                      </a:r>
                    </a:p>
                  </a:txBody>
                  <a:tcPr>
                    <a:solidFill>
                      <a:srgbClr val="535659"/>
                    </a:solidFill>
                  </a:tcPr>
                </a:tc>
                <a:tc>
                  <a:txBody>
                    <a:bodyPr/>
                    <a:lstStyle/>
                    <a:p>
                      <a:r>
                        <a:rPr sz="1400">
                          <a:solidFill>
                            <a:srgbClr val="FFFFFF"/>
                          </a:solidFill>
                        </a:rPr>
                        <a:t>Your topic is on the dashboard</a:t>
                      </a:r>
                    </a:p>
                  </a:txBody>
                  <a:tcPr>
                    <a:solidFill>
                      <a:srgbClr val="535659"/>
                    </a:solidFill>
                  </a:tcPr>
                </a:tc>
              </a:tr>
              <a:tr h="457200">
                <a:tc>
                  <a:txBody>
                    <a:bodyPr/>
                    <a:lstStyle/>
                    <a:p>
                      <a:r>
                        <a:rPr sz="1400">
                          <a:solidFill>
                            <a:srgbClr val="FFFFFF"/>
                          </a:solidFill>
                        </a:rPr>
                        <a:t>5. Use others' data</a:t>
                      </a:r>
                    </a:p>
                  </a:txBody>
                  <a:tcPr>
                    <a:solidFill>
                      <a:srgbClr val="363E3C"/>
                    </a:solidFill>
                  </a:tcPr>
                </a:tc>
                <a:tc>
                  <a:txBody>
                    <a:bodyPr/>
                    <a:lstStyle/>
                    <a:p>
                      <a:r>
                        <a:rPr sz="1400">
                          <a:solidFill>
                            <a:srgbClr val="FFFFFF"/>
                          </a:solidFill>
                        </a:rPr>
                        <a:t>Subscribe to another group's topic</a:t>
                      </a:r>
                    </a:p>
                  </a:txBody>
                  <a:tcPr>
                    <a:solidFill>
                      <a:srgbClr val="363E3C"/>
                    </a:solidFill>
                  </a:tcPr>
                </a:tc>
                <a:tc>
                  <a:txBody>
                    <a:bodyPr/>
                    <a:lstStyle/>
                    <a:p>
                      <a:r>
                        <a:rPr sz="1400">
                          <a:solidFill>
                            <a:srgbClr val="FFFFFF"/>
                          </a:solidFill>
                        </a:rPr>
                        <a:t>Their value reacts on your board</a:t>
                      </a:r>
                    </a:p>
                  </a:txBody>
                  <a:tcPr>
                    <a:solidFill>
                      <a:srgbClr val="363E3C"/>
                    </a:solidFill>
                  </a:tcPr>
                </a:tc>
              </a:tr>
              <a:tr h="457200">
                <a:tc>
                  <a:txBody>
                    <a:bodyPr/>
                    <a:lstStyle/>
                    <a:p>
                      <a:r>
                        <a:rPr sz="1400">
                          <a:solidFill>
                            <a:srgbClr val="FFFFFF"/>
                          </a:solidFill>
                        </a:rPr>
                        <a:t>6. Explore</a:t>
                      </a:r>
                    </a:p>
                  </a:txBody>
                  <a:tcPr>
                    <a:solidFill>
                      <a:srgbClr val="535659"/>
                    </a:solidFill>
                  </a:tcPr>
                </a:tc>
                <a:tc>
                  <a:txBody>
                    <a:bodyPr/>
                    <a:lstStyle/>
                    <a:p>
                      <a:r>
                        <a:rPr sz="1400">
                          <a:solidFill>
                            <a:srgbClr val="FFFFFF"/>
                          </a:solidFill>
                        </a:rPr>
                        <a:t>Combine sensors, try the infrared link</a:t>
                      </a:r>
                    </a:p>
                  </a:txBody>
                  <a:tcPr>
                    <a:solidFill>
                      <a:srgbClr val="535659"/>
                    </a:solidFill>
                  </a:tcPr>
                </a:tc>
                <a:tc>
                  <a:txBody>
                    <a:bodyPr/>
                    <a:lstStyle/>
                    <a:p>
                      <a:r>
                        <a:rPr sz="1400">
                          <a:solidFill>
                            <a:srgbClr val="FFFFFF"/>
                          </a:solidFill>
                        </a:rPr>
                        <a:t>You found something new</a:t>
                      </a:r>
                    </a:p>
                  </a:txBody>
                  <a:tcPr>
                    <a:solidFill>
                      <a:srgbClr val="535659"/>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Jumper cable colours</a:t>
            </a:r>
          </a:p>
        </p:txBody>
      </p:sp>
      <p:sp>
        <p:nvSpPr>
          <p:cNvPr id="3" name="Content Placeholder 2"/>
          <p:cNvSpPr>
            <a:spLocks noGrp="1"/>
          </p:cNvSpPr>
          <p:nvPr>
            <p:ph idx="1"/>
          </p:nvPr>
        </p:nvSpPr>
        <p:spPr/>
        <p:txBody>
          <a:bodyPr/>
          <a:lstStyle/>
          <a:p>
            <a:pPr/>
            <a:r>
              <a:t>Black: GND (ground)</a:t>
            </a:r>
          </a:p>
          <a:p>
            <a:pPr/>
            <a:r>
              <a:t>Red: 5V (power)</a:t>
            </a:r>
          </a:p>
          <a:p>
            <a:pPr/>
            <a:r>
              <a:t>Yellow: signal (SCL on the I2C sensor)</a:t>
            </a:r>
          </a:p>
          <a:p>
            <a:pPr/>
            <a:r>
              <a:t>White: second signal (SDA on the I2C sensor), often unused</a:t>
            </a:r>
          </a:p>
          <a:p>
            <a:pPr/>
            <a:r>
              <a:t>Different colours? Follow the labels on the sensor board</a:t>
            </a:r>
          </a:p>
          <a:p>
            <a:pPr/>
            <a:r>
              <a:t>Several sensors? Share 5V and GND on a breadboard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Wiring the sensors</a:t>
            </a:r>
          </a:p>
        </p:txBody>
      </p:sp>
      <p:graphicFrame>
        <p:nvGraphicFramePr>
          <p:cNvPr id="3" name="Table"/>
          <p:cNvGraphicFramePr>
            <a:graphicFrameLocks noGrp="1"/>
          </p:cNvGraphicFramePr>
          <p:nvPr/>
        </p:nvGraphicFramePr>
        <p:xfrm>
          <a:off x="338328" y="1463040"/>
          <a:ext cx="11521440" cy="2286000"/>
        </p:xfrm>
        <a:graphic>
          <a:graphicData uri="http://schemas.openxmlformats.org/drawingml/2006/table">
            <a:tbl>
              <a:tblPr firstRow="1" bandRow="1">
                <a:tableStyleId>{5C22544A-7EE6-4342-B048-85BDC9FD1C3A}</a:tableStyleId>
              </a:tblPr>
              <a:tblGrid>
                <a:gridCol w="4206240"/>
                <a:gridCol w="2011680"/>
                <a:gridCol w="1828800"/>
                <a:gridCol w="1737360"/>
                <a:gridCol w="1737360"/>
              </a:tblGrid>
              <a:tr h="457200">
                <a:tc>
                  <a:txBody>
                    <a:bodyPr/>
                    <a:lstStyle/>
                    <a:p>
                      <a:r>
                        <a:rPr sz="1600" b="1">
                          <a:solidFill>
                            <a:srgbClr val="FFFFFF"/>
                          </a:solidFill>
                        </a:rPr>
                        <a:t>Sensor</a:t>
                      </a:r>
                    </a:p>
                  </a:txBody>
                  <a:tcPr>
                    <a:solidFill>
                      <a:srgbClr val="FF5000"/>
                    </a:solidFill>
                  </a:tcPr>
                </a:tc>
                <a:tc>
                  <a:txBody>
                    <a:bodyPr/>
                    <a:lstStyle/>
                    <a:p>
                      <a:r>
                        <a:rPr sz="1600" b="1">
                          <a:solidFill>
                            <a:srgbClr val="FFFFFF"/>
                          </a:solidFill>
                        </a:rPr>
                        <a:t>Yellow</a:t>
                      </a:r>
                    </a:p>
                  </a:txBody>
                  <a:tcPr>
                    <a:solidFill>
                      <a:srgbClr val="FF5000"/>
                    </a:solidFill>
                  </a:tcPr>
                </a:tc>
                <a:tc>
                  <a:txBody>
                    <a:bodyPr/>
                    <a:lstStyle/>
                    <a:p>
                      <a:r>
                        <a:rPr sz="1600" b="1">
                          <a:solidFill>
                            <a:srgbClr val="FFFFFF"/>
                          </a:solidFill>
                        </a:rPr>
                        <a:t>White</a:t>
                      </a:r>
                    </a:p>
                  </a:txBody>
                  <a:tcPr>
                    <a:solidFill>
                      <a:srgbClr val="FF5000"/>
                    </a:solidFill>
                  </a:tcPr>
                </a:tc>
                <a:tc>
                  <a:txBody>
                    <a:bodyPr/>
                    <a:lstStyle/>
                    <a:p>
                      <a:r>
                        <a:rPr sz="1600" b="1">
                          <a:solidFill>
                            <a:srgbClr val="FFFFFF"/>
                          </a:solidFill>
                        </a:rPr>
                        <a:t>Red</a:t>
                      </a:r>
                    </a:p>
                  </a:txBody>
                  <a:tcPr>
                    <a:solidFill>
                      <a:srgbClr val="FF5000"/>
                    </a:solidFill>
                  </a:tcPr>
                </a:tc>
                <a:tc>
                  <a:txBody>
                    <a:bodyPr/>
                    <a:lstStyle/>
                    <a:p>
                      <a:r>
                        <a:rPr sz="1600" b="1">
                          <a:solidFill>
                            <a:srgbClr val="FFFFFF"/>
                          </a:solidFill>
                        </a:rPr>
                        <a:t>Black</a:t>
                      </a:r>
                    </a:p>
                  </a:txBody>
                  <a:tcPr>
                    <a:solidFill>
                      <a:srgbClr val="FF5000"/>
                    </a:solidFill>
                  </a:tcPr>
                </a:tc>
              </a:tr>
              <a:tr h="457200">
                <a:tc>
                  <a:txBody>
                    <a:bodyPr/>
                    <a:lstStyle/>
                    <a:p>
                      <a:r>
                        <a:rPr sz="1600">
                          <a:solidFill>
                            <a:srgbClr val="FFFFFF"/>
                          </a:solidFill>
                        </a:rPr>
                        <a:t>Light Sensor v1.2</a:t>
                      </a:r>
                    </a:p>
                  </a:txBody>
                  <a:tcPr>
                    <a:solidFill>
                      <a:srgbClr val="363E3C"/>
                    </a:solidFill>
                  </a:tcPr>
                </a:tc>
                <a:tc>
                  <a:txBody>
                    <a:bodyPr/>
                    <a:lstStyle/>
                    <a:p>
                      <a:r>
                        <a:rPr sz="1600">
                          <a:solidFill>
                            <a:srgbClr val="FFFFFF"/>
                          </a:solidFill>
                        </a:rPr>
                        <a:t>A0</a:t>
                      </a:r>
                    </a:p>
                  </a:txBody>
                  <a:tcPr>
                    <a:solidFill>
                      <a:srgbClr val="363E3C"/>
                    </a:solidFill>
                  </a:tcPr>
                </a:tc>
                <a:tc>
                  <a:txBody>
                    <a:bodyPr/>
                    <a:lstStyle/>
                    <a:p>
                      <a:r>
                        <a:rPr sz="1600">
                          <a:solidFill>
                            <a:srgbClr val="FFFFFF"/>
                          </a:solidFill>
                        </a:rPr>
                        <a:t>not used</a:t>
                      </a:r>
                    </a:p>
                  </a:txBody>
                  <a:tcPr>
                    <a:solidFill>
                      <a:srgbClr val="363E3C"/>
                    </a:solidFill>
                  </a:tcPr>
                </a:tc>
                <a:tc>
                  <a:txBody>
                    <a:bodyPr/>
                    <a:lstStyle/>
                    <a:p>
                      <a:r>
                        <a:rPr sz="1600">
                          <a:solidFill>
                            <a:srgbClr val="FFFFFF"/>
                          </a:solidFill>
                        </a:rPr>
                        <a:t>5V</a:t>
                      </a:r>
                    </a:p>
                  </a:txBody>
                  <a:tcPr>
                    <a:solidFill>
                      <a:srgbClr val="363E3C"/>
                    </a:solidFill>
                  </a:tcPr>
                </a:tc>
                <a:tc>
                  <a:txBody>
                    <a:bodyPr/>
                    <a:lstStyle/>
                    <a:p>
                      <a:r>
                        <a:rPr sz="1600">
                          <a:solidFill>
                            <a:srgbClr val="FFFFFF"/>
                          </a:solidFill>
                        </a:rPr>
                        <a:t>GND</a:t>
                      </a:r>
                    </a:p>
                  </a:txBody>
                  <a:tcPr>
                    <a:solidFill>
                      <a:srgbClr val="363E3C"/>
                    </a:solidFill>
                  </a:tcPr>
                </a:tc>
              </a:tr>
              <a:tr h="457200">
                <a:tc>
                  <a:txBody>
                    <a:bodyPr/>
                    <a:lstStyle/>
                    <a:p>
                      <a:r>
                        <a:rPr sz="1600">
                          <a:solidFill>
                            <a:srgbClr val="FFFFFF"/>
                          </a:solidFill>
                        </a:rPr>
                        <a:t>3-Axis Accelerometer ±16g</a:t>
                      </a:r>
                    </a:p>
                  </a:txBody>
                  <a:tcPr>
                    <a:solidFill>
                      <a:srgbClr val="535659"/>
                    </a:solidFill>
                  </a:tcPr>
                </a:tc>
                <a:tc>
                  <a:txBody>
                    <a:bodyPr/>
                    <a:lstStyle/>
                    <a:p>
                      <a:r>
                        <a:rPr sz="1600">
                          <a:solidFill>
                            <a:srgbClr val="FFFFFF"/>
                          </a:solidFill>
                        </a:rPr>
                        <a:t>SCL (A5)</a:t>
                      </a:r>
                    </a:p>
                  </a:txBody>
                  <a:tcPr>
                    <a:solidFill>
                      <a:srgbClr val="535659"/>
                    </a:solidFill>
                  </a:tcPr>
                </a:tc>
                <a:tc>
                  <a:txBody>
                    <a:bodyPr/>
                    <a:lstStyle/>
                    <a:p>
                      <a:r>
                        <a:rPr sz="1600">
                          <a:solidFill>
                            <a:srgbClr val="FFFFFF"/>
                          </a:solidFill>
                        </a:rPr>
                        <a:t>SDA (A4)</a:t>
                      </a:r>
                    </a:p>
                  </a:txBody>
                  <a:tcPr>
                    <a:solidFill>
                      <a:srgbClr val="535659"/>
                    </a:solidFill>
                  </a:tcPr>
                </a:tc>
                <a:tc>
                  <a:txBody>
                    <a:bodyPr/>
                    <a:lstStyle/>
                    <a:p>
                      <a:r>
                        <a:rPr sz="1600">
                          <a:solidFill>
                            <a:srgbClr val="FFFFFF"/>
                          </a:solidFill>
                        </a:rPr>
                        <a:t>5V</a:t>
                      </a:r>
                    </a:p>
                  </a:txBody>
                  <a:tcPr>
                    <a:solidFill>
                      <a:srgbClr val="535659"/>
                    </a:solidFill>
                  </a:tcPr>
                </a:tc>
                <a:tc>
                  <a:txBody>
                    <a:bodyPr/>
                    <a:lstStyle/>
                    <a:p>
                      <a:r>
                        <a:rPr sz="1600">
                          <a:solidFill>
                            <a:srgbClr val="FFFFFF"/>
                          </a:solidFill>
                        </a:rPr>
                        <a:t>GND</a:t>
                      </a:r>
                    </a:p>
                  </a:txBody>
                  <a:tcPr>
                    <a:solidFill>
                      <a:srgbClr val="535659"/>
                    </a:solidFill>
                  </a:tcPr>
                </a:tc>
              </a:tr>
              <a:tr h="457200">
                <a:tc>
                  <a:txBody>
                    <a:bodyPr/>
                    <a:lstStyle/>
                    <a:p>
                      <a:r>
                        <a:rPr sz="1600">
                          <a:solidFill>
                            <a:srgbClr val="FFFFFF"/>
                          </a:solidFill>
                        </a:rPr>
                        <a:t>Ultrasonic Distance Sensor v2.0</a:t>
                      </a:r>
                    </a:p>
                  </a:txBody>
                  <a:tcPr>
                    <a:solidFill>
                      <a:srgbClr val="363E3C"/>
                    </a:solidFill>
                  </a:tcPr>
                </a:tc>
                <a:tc>
                  <a:txBody>
                    <a:bodyPr/>
                    <a:lstStyle/>
                    <a:p>
                      <a:r>
                        <a:rPr sz="1600">
                          <a:solidFill>
                            <a:srgbClr val="FFFFFF"/>
                          </a:solidFill>
                        </a:rPr>
                        <a:t>D7</a:t>
                      </a:r>
                    </a:p>
                  </a:txBody>
                  <a:tcPr>
                    <a:solidFill>
                      <a:srgbClr val="363E3C"/>
                    </a:solidFill>
                  </a:tcPr>
                </a:tc>
                <a:tc>
                  <a:txBody>
                    <a:bodyPr/>
                    <a:lstStyle/>
                    <a:p>
                      <a:r>
                        <a:rPr sz="1600">
                          <a:solidFill>
                            <a:srgbClr val="FFFFFF"/>
                          </a:solidFill>
                        </a:rPr>
                        <a:t>not used</a:t>
                      </a:r>
                    </a:p>
                  </a:txBody>
                  <a:tcPr>
                    <a:solidFill>
                      <a:srgbClr val="363E3C"/>
                    </a:solidFill>
                  </a:tcPr>
                </a:tc>
                <a:tc>
                  <a:txBody>
                    <a:bodyPr/>
                    <a:lstStyle/>
                    <a:p>
                      <a:r>
                        <a:rPr sz="1600">
                          <a:solidFill>
                            <a:srgbClr val="FFFFFF"/>
                          </a:solidFill>
                        </a:rPr>
                        <a:t>5V</a:t>
                      </a:r>
                    </a:p>
                  </a:txBody>
                  <a:tcPr>
                    <a:solidFill>
                      <a:srgbClr val="363E3C"/>
                    </a:solidFill>
                  </a:tcPr>
                </a:tc>
                <a:tc>
                  <a:txBody>
                    <a:bodyPr/>
                    <a:lstStyle/>
                    <a:p>
                      <a:r>
                        <a:rPr sz="1600">
                          <a:solidFill>
                            <a:srgbClr val="FFFFFF"/>
                          </a:solidFill>
                        </a:rPr>
                        <a:t>GND</a:t>
                      </a:r>
                    </a:p>
                  </a:txBody>
                  <a:tcPr>
                    <a:solidFill>
                      <a:srgbClr val="363E3C"/>
                    </a:solidFill>
                  </a:tcPr>
                </a:tc>
              </a:tr>
              <a:tr h="457200">
                <a:tc>
                  <a:txBody>
                    <a:bodyPr/>
                    <a:lstStyle/>
                    <a:p>
                      <a:r>
                        <a:rPr sz="1600">
                          <a:solidFill>
                            <a:srgbClr val="FFFFFF"/>
                          </a:solidFill>
                        </a:rPr>
                        <a:t>Infrared Emitter</a:t>
                      </a:r>
                    </a:p>
                  </a:txBody>
                  <a:tcPr>
                    <a:solidFill>
                      <a:srgbClr val="535659"/>
                    </a:solidFill>
                  </a:tcPr>
                </a:tc>
                <a:tc>
                  <a:txBody>
                    <a:bodyPr/>
                    <a:lstStyle/>
                    <a:p>
                      <a:r>
                        <a:rPr sz="1600">
                          <a:solidFill>
                            <a:srgbClr val="FFFFFF"/>
                          </a:solidFill>
                        </a:rPr>
                        <a:t>D3</a:t>
                      </a:r>
                    </a:p>
                  </a:txBody>
                  <a:tcPr>
                    <a:solidFill>
                      <a:srgbClr val="535659"/>
                    </a:solidFill>
                  </a:tcPr>
                </a:tc>
                <a:tc>
                  <a:txBody>
                    <a:bodyPr/>
                    <a:lstStyle/>
                    <a:p>
                      <a:r>
                        <a:rPr sz="1600">
                          <a:solidFill>
                            <a:srgbClr val="FFFFFF"/>
                          </a:solidFill>
                        </a:rPr>
                        <a:t>not used</a:t>
                      </a:r>
                    </a:p>
                  </a:txBody>
                  <a:tcPr>
                    <a:solidFill>
                      <a:srgbClr val="535659"/>
                    </a:solidFill>
                  </a:tcPr>
                </a:tc>
                <a:tc>
                  <a:txBody>
                    <a:bodyPr/>
                    <a:lstStyle/>
                    <a:p>
                      <a:r>
                        <a:rPr sz="1600">
                          <a:solidFill>
                            <a:srgbClr val="FFFFFF"/>
                          </a:solidFill>
                        </a:rPr>
                        <a:t>5V</a:t>
                      </a:r>
                    </a:p>
                  </a:txBody>
                  <a:tcPr>
                    <a:solidFill>
                      <a:srgbClr val="535659"/>
                    </a:solidFill>
                  </a:tcPr>
                </a:tc>
                <a:tc>
                  <a:txBody>
                    <a:bodyPr/>
                    <a:lstStyle/>
                    <a:p>
                      <a:r>
                        <a:rPr sz="1600">
                          <a:solidFill>
                            <a:srgbClr val="FFFFFF"/>
                          </a:solidFill>
                        </a:rPr>
                        <a:t>GND</a:t>
                      </a:r>
                    </a:p>
                  </a:txBody>
                  <a:tcPr>
                    <a:solidFill>
                      <a:srgbClr val="535659"/>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Wiring tips</a:t>
            </a:r>
          </a:p>
        </p:txBody>
      </p:sp>
      <p:sp>
        <p:nvSpPr>
          <p:cNvPr id="3" name="Content Placeholder 2"/>
          <p:cNvSpPr>
            <a:spLocks noGrp="1"/>
          </p:cNvSpPr>
          <p:nvPr>
            <p:ph idx="1"/>
          </p:nvPr>
        </p:nvSpPr>
        <p:spPr/>
        <p:txBody>
          <a:bodyPr/>
          <a:lstStyle/>
          <a:p>
            <a:pPr/>
            <a:r>
              <a:t>Wire with the board unplugged from power</a:t>
            </a:r>
          </a:p>
          <a:p>
            <a:pPr/>
            <a:r>
              <a:t>Check the colours twice before powering on</a:t>
            </a:r>
          </a:p>
          <a:p>
            <a:pPr/>
            <a:r>
              <a:t>Never connect red to GND or black to 5V</a:t>
            </a:r>
          </a:p>
          <a:p>
            <a:pPr/>
            <a:r>
              <a:t>Unused white wire: leave it unconnected</a:t>
            </a:r>
          </a:p>
          <a:p>
            <a:pPr/>
            <a:r>
              <a:t>Wrong values? Check the pin, then the jumper wire</a:t>
            </a:r>
          </a:p>
          <a:p>
            <a:pPr/>
            <a:r>
              <a:t>Sensor getting hot? Unplug it right away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Passing data between boards</a:t>
            </a:r>
          </a:p>
        </p:txBody>
      </p:sp>
      <p:sp>
        <p:nvSpPr>
          <p:cNvPr id="3" name="Content Placeholder 2"/>
          <p:cNvSpPr>
            <a:spLocks noGrp="1"/>
          </p:cNvSpPr>
          <p:nvPr>
            <p:ph idx="1"/>
          </p:nvPr>
        </p:nvSpPr>
        <p:spPr/>
        <p:txBody>
          <a:bodyPr/>
          <a:lstStyle/>
          <a:p>
            <a:pPr/>
            <a:r>
              <a:t>Publish your own readings to class/NAME/...</a:t>
            </a:r>
          </a:p>
          <a:p>
            <a:pPr/>
            <a:r>
              <a:t>Subscribe to another group's topic to use their data</a:t>
            </a:r>
          </a:p>
          <a:p>
            <a:pPr/>
            <a:r>
              <a:t>Topic names must match exactly, including capitals</a:t>
            </a:r>
          </a:p>
          <a:p>
            <a:pPr/>
            <a:r>
              <a:t>Show their value on your LED matrix or Serial Monitor</a:t>
            </a:r>
          </a:p>
          <a:p>
            <a:pPr/>
            <a:r>
              <a:t>Use class/all for messages to every board</a:t>
            </a:r>
          </a:p>
          <a:p>
            <a:pPr/>
            <a:r>
              <a:t>Shiftr draws a line between publisher and subscriber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Ideas to explore</a:t>
            </a:r>
          </a:p>
        </p:txBody>
      </p:sp>
      <p:sp>
        <p:nvSpPr>
          <p:cNvPr id="3" name="Content Placeholder 2"/>
          <p:cNvSpPr>
            <a:spLocks noGrp="1"/>
          </p:cNvSpPr>
          <p:nvPr>
            <p:ph idx="1"/>
          </p:nvPr>
        </p:nvSpPr>
        <p:spPr/>
        <p:txBody>
          <a:bodyPr/>
          <a:lstStyle/>
          <a:p>
            <a:pPr/>
            <a:r>
              <a:t>Tilt alarm: warn when acceleration passes 2 g</a:t>
            </a:r>
          </a:p>
          <a:p>
            <a:pPr/>
            <a:r>
              <a:t>Parking sensor: show a neighbour's distance</a:t>
            </a:r>
          </a:p>
          <a:p>
            <a:pPr/>
            <a:r>
              <a:t>Night mode: light level switches a message</a:t>
            </a:r>
          </a:p>
        </p:txBody>
      </p:sp>
      <p:sp>
        <p:nvSpPr>
          <p:cNvPr id="4" name="Content Placeholder 3"/>
          <p:cNvSpPr>
            <a:spLocks noGrp="1"/>
          </p:cNvSpPr>
          <p:nvPr>
            <p:ph idx="14"/>
          </p:nvPr>
        </p:nvSpPr>
        <p:spPr/>
        <p:txBody>
          <a:bodyPr/>
          <a:lstStyle/>
          <a:p>
            <a:pPr/>
            <a:r>
              <a:t>Secret message over infrared to a neighbour</a:t>
            </a:r>
          </a:p>
          <a:p>
            <a:pPr/>
            <a:r>
              <a:t>Fleet view: all boards on one dashboard</a:t>
            </a:r>
          </a:p>
          <a:p>
            <a:pPr/>
            <a:r>
              <a:t>Challenge: the most reliable infrared link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something does not work</a:t>
            </a:r>
          </a:p>
        </p:txBody>
      </p:sp>
      <p:graphicFrame>
        <p:nvGraphicFramePr>
          <p:cNvPr id="3" name="Table"/>
          <p:cNvGraphicFramePr>
            <a:graphicFrameLocks noGrp="1"/>
          </p:cNvGraphicFramePr>
          <p:nvPr/>
        </p:nvGraphicFramePr>
        <p:xfrm>
          <a:off x="338328" y="1463040"/>
          <a:ext cx="11521440" cy="3200400"/>
        </p:xfrm>
        <a:graphic>
          <a:graphicData uri="http://schemas.openxmlformats.org/drawingml/2006/table">
            <a:tbl>
              <a:tblPr firstRow="1" bandRow="1">
                <a:tableStyleId>{5C22544A-7EE6-4342-B048-85BDC9FD1C3A}</a:tableStyleId>
              </a:tblPr>
              <a:tblGrid>
                <a:gridCol w="5486400"/>
                <a:gridCol w="6035040"/>
              </a:tblGrid>
              <a:tr h="457200">
                <a:tc>
                  <a:txBody>
                    <a:bodyPr/>
                    <a:lstStyle/>
                    <a:p>
                      <a:r>
                        <a:rPr sz="1600" b="1">
                          <a:solidFill>
                            <a:srgbClr val="FFFFFF"/>
                          </a:solidFill>
                        </a:rPr>
                        <a:t>Problem</a:t>
                      </a:r>
                    </a:p>
                  </a:txBody>
                  <a:tcPr>
                    <a:solidFill>
                      <a:srgbClr val="FF5000"/>
                    </a:solidFill>
                  </a:tcPr>
                </a:tc>
                <a:tc>
                  <a:txBody>
                    <a:bodyPr/>
                    <a:lstStyle/>
                    <a:p>
                      <a:r>
                        <a:rPr sz="1600" b="1">
                          <a:solidFill>
                            <a:srgbClr val="FFFFFF"/>
                          </a:solidFill>
                        </a:rPr>
                        <a:t>Likely cause</a:t>
                      </a:r>
                    </a:p>
                  </a:txBody>
                  <a:tcPr>
                    <a:solidFill>
                      <a:srgbClr val="FF5000"/>
                    </a:solidFill>
                  </a:tcPr>
                </a:tc>
              </a:tr>
              <a:tr h="457200">
                <a:tc>
                  <a:txBody>
                    <a:bodyPr/>
                    <a:lstStyle/>
                    <a:p>
                      <a:r>
                        <a:rPr sz="1600">
                          <a:solidFill>
                            <a:srgbClr val="FFFFFF"/>
                          </a:solidFill>
                        </a:rPr>
                        <a:t>Matrix keeps blinking W</a:t>
                      </a:r>
                    </a:p>
                  </a:txBody>
                  <a:tcPr>
                    <a:solidFill>
                      <a:srgbClr val="363E3C"/>
                    </a:solidFill>
                  </a:tcPr>
                </a:tc>
                <a:tc>
                  <a:txBody>
                    <a:bodyPr/>
                    <a:lstStyle/>
                    <a:p>
                      <a:r>
                        <a:rPr sz="1600">
                          <a:solidFill>
                            <a:srgbClr val="FFFFFF"/>
                          </a:solidFill>
                        </a:rPr>
                        <a:t>Wrong WiFi name or password, or 5 GHz only</a:t>
                      </a:r>
                    </a:p>
                  </a:txBody>
                  <a:tcPr>
                    <a:solidFill>
                      <a:srgbClr val="363E3C"/>
                    </a:solidFill>
                  </a:tcPr>
                </a:tc>
              </a:tr>
              <a:tr h="457200">
                <a:tc>
                  <a:txBody>
                    <a:bodyPr/>
                    <a:lstStyle/>
                    <a:p>
                      <a:r>
                        <a:rPr sz="1600">
                          <a:solidFill>
                            <a:srgbClr val="FFFFFF"/>
                          </a:solidFill>
                        </a:rPr>
                        <a:t>Matrix shows X, then M again</a:t>
                      </a:r>
                    </a:p>
                  </a:txBody>
                  <a:tcPr>
                    <a:solidFill>
                      <a:srgbClr val="535659"/>
                    </a:solidFill>
                  </a:tcPr>
                </a:tc>
                <a:tc>
                  <a:txBody>
                    <a:bodyPr/>
                    <a:lstStyle/>
                    <a:p>
                      <a:r>
                        <a:rPr sz="1600">
                          <a:solidFill>
                            <a:srgbClr val="FFFFFF"/>
                          </a:solidFill>
                        </a:rPr>
                        <a:t>Wrong token or name already in use</a:t>
                      </a:r>
                    </a:p>
                  </a:txBody>
                  <a:tcPr>
                    <a:solidFill>
                      <a:srgbClr val="535659"/>
                    </a:solidFill>
                  </a:tcPr>
                </a:tc>
              </a:tr>
              <a:tr h="457200">
                <a:tc>
                  <a:txBody>
                    <a:bodyPr/>
                    <a:lstStyle/>
                    <a:p>
                      <a:r>
                        <a:rPr sz="1600">
                          <a:solidFill>
                            <a:srgbClr val="FFFFFF"/>
                          </a:solidFill>
                        </a:rPr>
                        <a:t>Board vanishes from Shiftr</a:t>
                      </a:r>
                    </a:p>
                  </a:txBody>
                  <a:tcPr>
                    <a:solidFill>
                      <a:srgbClr val="363E3C"/>
                    </a:solidFill>
                  </a:tcPr>
                </a:tc>
                <a:tc>
                  <a:txBody>
                    <a:bodyPr/>
                    <a:lstStyle/>
                    <a:p>
                      <a:r>
                        <a:rPr sz="1600">
                          <a:solidFill>
                            <a:srgbClr val="FFFFFF"/>
                          </a:solidFill>
                        </a:rPr>
                        <a:t>Two boards share the same name</a:t>
                      </a:r>
                    </a:p>
                  </a:txBody>
                  <a:tcPr>
                    <a:solidFill>
                      <a:srgbClr val="363E3C"/>
                    </a:solidFill>
                  </a:tcPr>
                </a:tc>
              </a:tr>
              <a:tr h="457200">
                <a:tc>
                  <a:txBody>
                    <a:bodyPr/>
                    <a:lstStyle/>
                    <a:p>
                      <a:r>
                        <a:rPr sz="1600">
                          <a:solidFill>
                            <a:srgbClr val="FFFFFF"/>
                          </a:solidFill>
                        </a:rPr>
                        <a:t>Upload fails: No device found</a:t>
                      </a:r>
                    </a:p>
                  </a:txBody>
                  <a:tcPr>
                    <a:solidFill>
                      <a:srgbClr val="535659"/>
                    </a:solidFill>
                  </a:tcPr>
                </a:tc>
                <a:tc>
                  <a:txBody>
                    <a:bodyPr/>
                    <a:lstStyle/>
                    <a:p>
                      <a:r>
                        <a:rPr sz="1600">
                          <a:solidFill>
                            <a:srgbClr val="FFFFFF"/>
                          </a:solidFill>
                        </a:rPr>
                        <a:t>Press reset twice, pick the new port; check data cable</a:t>
                      </a:r>
                    </a:p>
                  </a:txBody>
                  <a:tcPr>
                    <a:solidFill>
                      <a:srgbClr val="535659"/>
                    </a:solidFill>
                  </a:tcPr>
                </a:tc>
              </a:tr>
              <a:tr h="457200">
                <a:tc>
                  <a:txBody>
                    <a:bodyPr/>
                    <a:lstStyle/>
                    <a:p>
                      <a:r>
                        <a:rPr sz="1600">
                          <a:solidFill>
                            <a:srgbClr val="FFFFFF"/>
                          </a:solidFill>
                        </a:rPr>
                        <a:t>'No such file' when compiling</a:t>
                      </a:r>
                    </a:p>
                  </a:txBody>
                  <a:tcPr>
                    <a:solidFill>
                      <a:srgbClr val="363E3C"/>
                    </a:solidFill>
                  </a:tcPr>
                </a:tc>
                <a:tc>
                  <a:txBody>
                    <a:bodyPr/>
                    <a:lstStyle/>
                    <a:p>
                      <a:r>
                        <a:rPr sz="1600">
                          <a:solidFill>
                            <a:srgbClr val="FFFFFF"/>
                          </a:solidFill>
                        </a:rPr>
                        <a:t>A library is not installed</a:t>
                      </a:r>
                    </a:p>
                  </a:txBody>
                  <a:tcPr>
                    <a:solidFill>
                      <a:srgbClr val="363E3C"/>
                    </a:solidFill>
                  </a:tcPr>
                </a:tc>
              </a:tr>
              <a:tr h="457200">
                <a:tc>
                  <a:txBody>
                    <a:bodyPr/>
                    <a:lstStyle/>
                    <a:p>
                      <a:r>
                        <a:rPr sz="1600">
                          <a:solidFill>
                            <a:srgbClr val="FFFFFF"/>
                          </a:solidFill>
                        </a:rPr>
                        <a:t>Values look wrong</a:t>
                      </a:r>
                    </a:p>
                  </a:txBody>
                  <a:tcPr>
                    <a:solidFill>
                      <a:srgbClr val="535659"/>
                    </a:solidFill>
                  </a:tcPr>
                </a:tc>
                <a:tc>
                  <a:txBody>
                    <a:bodyPr/>
                    <a:lstStyle/>
                    <a:p>
                      <a:r>
                        <a:rPr sz="1600">
                          <a:solidFill>
                            <a:srgbClr val="FFFFFF"/>
                          </a:solidFill>
                        </a:rPr>
                        <a:t>Wrong pin or loose jumper wire</a:t>
                      </a:r>
                    </a:p>
                  </a:txBody>
                  <a:tcPr>
                    <a:solidFill>
                      <a:srgbClr val="535659"/>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Goals of the exercise</a:t>
            </a:r>
          </a:p>
        </p:txBody>
      </p:sp>
      <p:sp>
        <p:nvSpPr>
          <p:cNvPr id="3" name="Content Placeholder 2"/>
          <p:cNvSpPr>
            <a:spLocks noGrp="1"/>
          </p:cNvSpPr>
          <p:nvPr>
            <p:ph idx="1"/>
          </p:nvPr>
        </p:nvSpPr>
        <p:spPr/>
        <p:txBody>
          <a:bodyPr/>
          <a:lstStyle/>
          <a:p>
            <a:pPr/>
            <a:r>
              <a:t>Surface-level understanding of sensor testing: wire, read, check</a:t>
            </a:r>
          </a:p>
          <a:p>
            <a:pPr/>
            <a:r>
              <a:t>See how data travels: sensor, WiFi, broker, dashboard</a:t>
            </a:r>
          </a:p>
          <a:p>
            <a:pPr/>
            <a:r>
              <a:t>Connect it to real UxV systems and datalinks</a:t>
            </a:r>
          </a:p>
          <a:p>
            <a:pPr/>
            <a:r>
              <a:t>Joy of discovery: try, break, fix and share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Make it work. Then make it do something nobody asked for.</a:t>
            </a:r>
          </a:p>
        </p:txBody>
      </p:sp>
    </p:spTree>
  </p:cSld>
  <p:clrMapOvr>
    <a:masterClrMapping/>
  </p:clrMapOvr>
</p:sld>
</file>

<file path=ppt/theme/theme1.xml><?xml version="1.0" encoding="utf-8"?>
<a:theme xmlns:a="http://schemas.openxmlformats.org/drawingml/2006/main" name="Title slides">
  <a:themeElements>
    <a:clrScheme name="Custom 1">
      <a:dk1>
        <a:srgbClr val="363E3C"/>
      </a:dk1>
      <a:lt1>
        <a:srgbClr val="FFFFFF"/>
      </a:lt1>
      <a:dk2>
        <a:srgbClr val="535659"/>
      </a:dk2>
      <a:lt2>
        <a:srgbClr val="FFFFFF"/>
      </a:lt2>
      <a:accent1>
        <a:srgbClr val="FF5000"/>
      </a:accent1>
      <a:accent2>
        <a:srgbClr val="FFAFD7"/>
      </a:accent2>
      <a:accent3>
        <a:srgbClr val="FFF000"/>
      </a:accent3>
      <a:accent4>
        <a:srgbClr val="8CEBA5"/>
      </a:accent4>
      <a:accent5>
        <a:srgbClr val="FFA780"/>
      </a:accent5>
      <a:accent6>
        <a:srgbClr val="FFD6EB"/>
      </a:accent6>
      <a:hlink>
        <a:srgbClr val="0000E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etropolia_presentation_template" id="{C1DAB1D2-064A-FB40-A687-6DACEC9429AB}" vid="{25AC73F9-D43F-324F-BE89-5101CE226DAF}"/>
    </a:ext>
  </a:extLst>
</a:theme>
</file>

<file path=ppt/theme/theme2.xml><?xml version="1.0" encoding="utf-8"?>
<a:theme xmlns:a="http://schemas.openxmlformats.org/drawingml/2006/main" name="Section Headers">
  <a:themeElements>
    <a:clrScheme name="Metropolia 1">
      <a:dk1>
        <a:srgbClr val="363E3C"/>
      </a:dk1>
      <a:lt1>
        <a:srgbClr val="FFFFFF"/>
      </a:lt1>
      <a:dk2>
        <a:srgbClr val="535659"/>
      </a:dk2>
      <a:lt2>
        <a:srgbClr val="FFFFFF"/>
      </a:lt2>
      <a:accent1>
        <a:srgbClr val="FF5000"/>
      </a:accent1>
      <a:accent2>
        <a:srgbClr val="FFAFD7"/>
      </a:accent2>
      <a:accent3>
        <a:srgbClr val="FFF000"/>
      </a:accent3>
      <a:accent4>
        <a:srgbClr val="8CEBA5"/>
      </a:accent4>
      <a:accent5>
        <a:srgbClr val="FFA780"/>
      </a:accent5>
      <a:accent6>
        <a:srgbClr val="FFD6EB"/>
      </a:accent6>
      <a:hlink>
        <a:srgbClr val="FF5000"/>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etropolia_presentation_template" id="{C1DAB1D2-064A-FB40-A687-6DACEC9429AB}" vid="{7CD4A5C3-98EF-0047-AA0C-EE7E21CC7E12}"/>
    </a:ext>
  </a:extLst>
</a:theme>
</file>

<file path=ppt/theme/theme3.xml><?xml version="1.0" encoding="utf-8"?>
<a:theme xmlns:a="http://schemas.openxmlformats.org/drawingml/2006/main" name="Content pages">
  <a:themeElements>
    <a:clrScheme name="Metropolia 1">
      <a:dk1>
        <a:srgbClr val="363E3C"/>
      </a:dk1>
      <a:lt1>
        <a:srgbClr val="FFFFFF"/>
      </a:lt1>
      <a:dk2>
        <a:srgbClr val="535659"/>
      </a:dk2>
      <a:lt2>
        <a:srgbClr val="FFFFFF"/>
      </a:lt2>
      <a:accent1>
        <a:srgbClr val="FF5000"/>
      </a:accent1>
      <a:accent2>
        <a:srgbClr val="FFAFD7"/>
      </a:accent2>
      <a:accent3>
        <a:srgbClr val="FFF000"/>
      </a:accent3>
      <a:accent4>
        <a:srgbClr val="8CEBA5"/>
      </a:accent4>
      <a:accent5>
        <a:srgbClr val="FFA780"/>
      </a:accent5>
      <a:accent6>
        <a:srgbClr val="FFD6EB"/>
      </a:accent6>
      <a:hlink>
        <a:srgbClr val="FF5000"/>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etropolia_presentation_template" id="{C1DAB1D2-064A-FB40-A687-6DACEC9429AB}" vid="{6E638476-2037-D24F-AD29-71592EE964D3}"/>
    </a:ext>
  </a:extLst>
</a:theme>
</file>

<file path=ppt/theme/theme4.xml><?xml version="1.0" encoding="utf-8"?>
<a:theme xmlns:a="http://schemas.openxmlformats.org/drawingml/2006/main" name="Content pages dark">
  <a:themeElements>
    <a:clrScheme name="Metropolia 1">
      <a:dk1>
        <a:srgbClr val="363E3C"/>
      </a:dk1>
      <a:lt1>
        <a:srgbClr val="FFFFFF"/>
      </a:lt1>
      <a:dk2>
        <a:srgbClr val="535659"/>
      </a:dk2>
      <a:lt2>
        <a:srgbClr val="FFFFFF"/>
      </a:lt2>
      <a:accent1>
        <a:srgbClr val="FF5000"/>
      </a:accent1>
      <a:accent2>
        <a:srgbClr val="FFAFD7"/>
      </a:accent2>
      <a:accent3>
        <a:srgbClr val="FFF000"/>
      </a:accent3>
      <a:accent4>
        <a:srgbClr val="8CEBA5"/>
      </a:accent4>
      <a:accent5>
        <a:srgbClr val="FFA780"/>
      </a:accent5>
      <a:accent6>
        <a:srgbClr val="FFD6EB"/>
      </a:accent6>
      <a:hlink>
        <a:srgbClr val="FF5000"/>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etropolia_presentation_template" id="{C1DAB1D2-064A-FB40-A687-6DACEC9429AB}" vid="{14000B0B-747B-2D49-A7BE-C16884CC69EB}"/>
    </a:ext>
  </a:extLst>
</a:theme>
</file>

<file path=ppt/theme/theme5.xml><?xml version="1.0" encoding="utf-8"?>
<a:theme xmlns:a="http://schemas.openxmlformats.org/drawingml/2006/main" name="Quotes &amp; blurps">
  <a:themeElements>
    <a:clrScheme name="Metropolia 1">
      <a:dk1>
        <a:srgbClr val="363E3C"/>
      </a:dk1>
      <a:lt1>
        <a:srgbClr val="FFFFFF"/>
      </a:lt1>
      <a:dk2>
        <a:srgbClr val="535659"/>
      </a:dk2>
      <a:lt2>
        <a:srgbClr val="FFFFFF"/>
      </a:lt2>
      <a:accent1>
        <a:srgbClr val="FF5000"/>
      </a:accent1>
      <a:accent2>
        <a:srgbClr val="FFAFD7"/>
      </a:accent2>
      <a:accent3>
        <a:srgbClr val="FFF000"/>
      </a:accent3>
      <a:accent4>
        <a:srgbClr val="8CEBA5"/>
      </a:accent4>
      <a:accent5>
        <a:srgbClr val="FFA780"/>
      </a:accent5>
      <a:accent6>
        <a:srgbClr val="FFD6EB"/>
      </a:accent6>
      <a:hlink>
        <a:srgbClr val="FF5000"/>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etropolia_presentation_template" id="{C1DAB1D2-064A-FB40-A687-6DACEC9429AB}" vid="{70F3C07F-EA47-1B49-81D7-EFBE5E188B75}"/>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8eebd6b-9a95-4fed-9bdd-7465465537f6" xsi:nil="true"/>
    <lcf76f155ced4ddcb4097134ff3c332f xmlns="89ed0b41-d668-412f-a437-3519dd7cdfb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645D926E32B8D4CBA92723CFF3E0DDE" ma:contentTypeVersion="11" ma:contentTypeDescription="Create a new document." ma:contentTypeScope="" ma:versionID="1286ae7e9387bfc7c39abc70b546af3d">
  <xsd:schema xmlns:xsd="http://www.w3.org/2001/XMLSchema" xmlns:xs="http://www.w3.org/2001/XMLSchema" xmlns:p="http://schemas.microsoft.com/office/2006/metadata/properties" xmlns:ns2="89ed0b41-d668-412f-a437-3519dd7cdfbe" xmlns:ns3="48eebd6b-9a95-4fed-9bdd-7465465537f6" targetNamespace="http://schemas.microsoft.com/office/2006/metadata/properties" ma:root="true" ma:fieldsID="8a211961a8f1382cb89e488c9bea3de2" ns2:_="" ns3:_="">
    <xsd:import namespace="89ed0b41-d668-412f-a437-3519dd7cdfbe"/>
    <xsd:import namespace="48eebd6b-9a95-4fed-9bdd-7465465537f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ed0b41-d668-412f-a437-3519dd7cdfbe"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ce8f1103-1473-4e92-b09f-529690c98363"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8eebd6b-9a95-4fed-9bdd-7465465537f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becdc58c-e4ed-4669-8307-089a50c26bc2}" ma:internalName="TaxCatchAll" ma:showField="CatchAllData" ma:web="48eebd6b-9a95-4fed-9bdd-7465465537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FC61DA-F545-42E1-8B91-AAD928C408BA}">
  <ds:schemaRefs>
    <ds:schemaRef ds:uri="http://schemas.microsoft.com/sharepoint/v3/contenttype/forms"/>
  </ds:schemaRefs>
</ds:datastoreItem>
</file>

<file path=customXml/itemProps2.xml><?xml version="1.0" encoding="utf-8"?>
<ds:datastoreItem xmlns:ds="http://schemas.openxmlformats.org/officeDocument/2006/customXml" ds:itemID="{FEAAA69F-B4DF-4618-BAEB-E7CE804445FF}">
  <ds:schemaRefs>
    <ds:schemaRef ds:uri="http://purl.org/dc/elements/1.1/"/>
    <ds:schemaRef ds:uri="http://schemas.microsoft.com/office/2006/documentManagement/types"/>
    <ds:schemaRef ds:uri="http://schemas.microsoft.com/office/2006/metadata/properties"/>
    <ds:schemaRef ds:uri="http://www.w3.org/XML/1998/namespace"/>
    <ds:schemaRef ds:uri="http://purl.org/dc/terms/"/>
    <ds:schemaRef ds:uri="48eebd6b-9a95-4fed-9bdd-7465465537f6"/>
    <ds:schemaRef ds:uri="http://schemas.microsoft.com/office/infopath/2007/PartnerControls"/>
    <ds:schemaRef ds:uri="http://schemas.openxmlformats.org/package/2006/metadata/core-properties"/>
    <ds:schemaRef ds:uri="89ed0b41-d668-412f-a437-3519dd7cdfbe"/>
    <ds:schemaRef ds:uri="http://purl.org/dc/dcmitype/"/>
  </ds:schemaRefs>
</ds:datastoreItem>
</file>

<file path=customXml/itemProps3.xml><?xml version="1.0" encoding="utf-8"?>
<ds:datastoreItem xmlns:ds="http://schemas.openxmlformats.org/officeDocument/2006/customXml" ds:itemID="{5EFE7FB1-CE7D-47E2-BB46-3744E34898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ed0b41-d668-412f-a437-3519dd7cdfbe"/>
    <ds:schemaRef ds:uri="48eebd6b-9a95-4fed-9bdd-7465465537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12</TotalTime>
  <Words>1</Words>
  <Application>Microsoft Macintosh PowerPoint</Application>
  <PresentationFormat>Widescreen</PresentationFormat>
  <Paragraphs>1</Paragraphs>
  <Slides>10</Slides>
  <Notes>1</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10</vt:i4>
      </vt:variant>
    </vt:vector>
  </HeadingPairs>
  <TitlesOfParts>
    <vt:vector size="19" baseType="lpstr">
      <vt:lpstr>Aptos</vt:lpstr>
      <vt:lpstr>Arial</vt:lpstr>
      <vt:lpstr>PP Neue Montreal Mono Medium</vt:lpstr>
      <vt:lpstr>System Font Regular</vt:lpstr>
      <vt:lpstr>Title slides</vt:lpstr>
      <vt:lpstr>Section Headers</vt:lpstr>
      <vt:lpstr>Content pages</vt:lpstr>
      <vt:lpstr>Content pages dark</vt:lpstr>
      <vt:lpstr>Quotes &amp; blurps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Sakari Malmberg</dc:creator>
  <cp:lastModifiedBy>Sakari Malmberg</cp:lastModifiedBy>
  <cp:revision>2</cp:revision>
  <dcterms:created xsi:type="dcterms:W3CDTF">2026-05-19T10:01:18Z</dcterms:created>
  <dcterms:modified xsi:type="dcterms:W3CDTF">2026-05-19T10:13:19Z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0x0101008645D926E32B8D4CBA92723CFF3E0DDE</vt:lpwstr>
  </property>
  <property fmtid="{D5CDD505-2E9C-101B-9397-08002B2CF9AE}" pid="3" name="MediaServiceImageTags">
    <vt:lpwstr/>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